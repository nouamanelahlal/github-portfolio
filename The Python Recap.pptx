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3" r:id="rId1"/>
  </p:sldMasterIdLst>
  <p:notesMasterIdLst>
    <p:notesMasterId r:id="rId60"/>
  </p:notesMasterIdLst>
  <p:sldIdLst>
    <p:sldId id="256" r:id="rId2"/>
    <p:sldId id="258" r:id="rId3"/>
    <p:sldId id="259" r:id="rId4"/>
    <p:sldId id="260" r:id="rId5"/>
    <p:sldId id="261" r:id="rId6"/>
    <p:sldId id="262" r:id="rId7"/>
    <p:sldId id="263" r:id="rId8"/>
    <p:sldId id="266" r:id="rId9"/>
    <p:sldId id="265" r:id="rId10"/>
    <p:sldId id="267" r:id="rId11"/>
    <p:sldId id="270" r:id="rId12"/>
    <p:sldId id="271" r:id="rId13"/>
    <p:sldId id="272" r:id="rId14"/>
    <p:sldId id="274" r:id="rId15"/>
    <p:sldId id="275" r:id="rId16"/>
    <p:sldId id="276" r:id="rId17"/>
    <p:sldId id="277" r:id="rId18"/>
    <p:sldId id="278" r:id="rId19"/>
    <p:sldId id="282" r:id="rId20"/>
    <p:sldId id="281" r:id="rId21"/>
    <p:sldId id="279" r:id="rId22"/>
    <p:sldId id="285" r:id="rId23"/>
    <p:sldId id="284" r:id="rId24"/>
    <p:sldId id="283" r:id="rId25"/>
    <p:sldId id="280" r:id="rId26"/>
    <p:sldId id="286" r:id="rId27"/>
    <p:sldId id="287" r:id="rId28"/>
    <p:sldId id="288" r:id="rId29"/>
    <p:sldId id="289" r:id="rId30"/>
    <p:sldId id="290" r:id="rId31"/>
    <p:sldId id="291" r:id="rId32"/>
    <p:sldId id="292" r:id="rId33"/>
    <p:sldId id="293" r:id="rId34"/>
    <p:sldId id="294" r:id="rId35"/>
    <p:sldId id="295" r:id="rId36"/>
    <p:sldId id="296" r:id="rId37"/>
    <p:sldId id="297" r:id="rId38"/>
    <p:sldId id="298" r:id="rId39"/>
    <p:sldId id="299" r:id="rId40"/>
    <p:sldId id="300" r:id="rId41"/>
    <p:sldId id="301" r:id="rId42"/>
    <p:sldId id="302" r:id="rId43"/>
    <p:sldId id="303" r:id="rId44"/>
    <p:sldId id="304" r:id="rId45"/>
    <p:sldId id="305" r:id="rId46"/>
    <p:sldId id="307" r:id="rId47"/>
    <p:sldId id="306" r:id="rId48"/>
    <p:sldId id="308" r:id="rId49"/>
    <p:sldId id="309" r:id="rId50"/>
    <p:sldId id="310" r:id="rId51"/>
    <p:sldId id="311" r:id="rId52"/>
    <p:sldId id="312" r:id="rId53"/>
    <p:sldId id="313" r:id="rId54"/>
    <p:sldId id="314" r:id="rId55"/>
    <p:sldId id="315" r:id="rId56"/>
    <p:sldId id="316" r:id="rId57"/>
    <p:sldId id="317" r:id="rId58"/>
    <p:sldId id="318" r:id="rId59"/>
  </p:sldIdLst>
  <p:sldSz cx="9144000" cy="5143500" type="screen16x9"/>
  <p:notesSz cx="6858000" cy="9144000"/>
  <p:embeddedFontLst>
    <p:embeddedFont>
      <p:font typeface="Darker Grotesque SemiBold" pitchFamily="2" charset="0"/>
      <p:bold r:id="rId61"/>
    </p:embeddedFont>
    <p:embeddedFont>
      <p:font typeface="Fira Code" panose="020B0809050000020004" pitchFamily="49" charset="0"/>
      <p:regular r:id="rId62"/>
      <p:bold r:id="rId63"/>
    </p:embeddedFont>
    <p:embeddedFont>
      <p:font typeface="Open Sans" panose="020B0606030504020204" pitchFamily="34" charset="0"/>
      <p:regular r:id="rId64"/>
      <p:bold r:id="rId65"/>
      <p:italic r:id="rId66"/>
      <p:boldItalic r:id="rId67"/>
    </p:embeddedFont>
    <p:embeddedFont>
      <p:font typeface="Raleway" pitchFamily="2" charset="0"/>
      <p:regular r:id="rId68"/>
      <p:bold r:id="rId69"/>
      <p:italic r:id="rId70"/>
      <p:boldItalic r:id="rId71"/>
    </p:embeddedFont>
    <p:embeddedFont>
      <p:font typeface="Roboto Mono" panose="020B0604020202020204" charset="0"/>
      <p:regular r:id="rId72"/>
      <p:bold r:id="rId73"/>
      <p:italic r:id="rId74"/>
      <p:boldItalic r:id="rId75"/>
    </p:embeddedFont>
    <p:embeddedFont>
      <p:font typeface="VT323" panose="020B0604020202020204" charset="0"/>
      <p:regular r:id="rId7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C732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2EC4070-3C6D-4C02-8922-7819A1853892}">
  <a:tblStyle styleId="{42EC4070-3C6D-4C02-8922-7819A185389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180" autoAdjust="0"/>
    <p:restoredTop sz="94660"/>
  </p:normalViewPr>
  <p:slideViewPr>
    <p:cSldViewPr snapToGrid="0">
      <p:cViewPr>
        <p:scale>
          <a:sx n="125" d="100"/>
          <a:sy n="125" d="100"/>
        </p:scale>
        <p:origin x="1278" y="3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3.fntdata"/><Relationship Id="rId68" Type="http://schemas.openxmlformats.org/officeDocument/2006/relationships/font" Target="fonts/font8.fntdata"/><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font" Target="fonts/font6.fntdata"/><Relationship Id="rId74" Type="http://schemas.openxmlformats.org/officeDocument/2006/relationships/font" Target="fonts/font14.fntdata"/><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font" Target="fonts/font1.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4.fntdata"/><Relationship Id="rId69" Type="http://schemas.openxmlformats.org/officeDocument/2006/relationships/font" Target="fonts/font9.fntdata"/><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12.fntdata"/><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7.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2.fntdata"/><Relationship Id="rId70" Type="http://schemas.openxmlformats.org/officeDocument/2006/relationships/font" Target="fonts/font10.fntdata"/><Relationship Id="rId75" Type="http://schemas.openxmlformats.org/officeDocument/2006/relationships/font" Target="fonts/font15.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font" Target="fonts/font5.fntdata"/><Relationship Id="rId73" Type="http://schemas.openxmlformats.org/officeDocument/2006/relationships/font" Target="fonts/font13.fntdata"/><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16.fntdata"/><Relationship Id="rId7" Type="http://schemas.openxmlformats.org/officeDocument/2006/relationships/slide" Target="slides/slide6.xml"/><Relationship Id="rId71" Type="http://schemas.openxmlformats.org/officeDocument/2006/relationships/font" Target="fonts/font11.fntdata"/><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ed3401ed36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ed3401ed36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e1d838b627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e1d838b627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e1d838b627_4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7" name="Google Shape;247;ge1d838b627_4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ge1d838b627_4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ge1d838b627_4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33fb61485ab_0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33fb61485ab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e1d838b627_4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4" name="Google Shape;274;ge1d838b627_4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e1d838b627_4_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 name="Google Shape;283;ge1d838b627_4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g33fb61485ab_0_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8" name="Google Shape;318;g33fb61485ab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ge1d838b627_4_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1" name="Google Shape;311;ge1d838b627_4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2dfe25653d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6" name="Google Shape;346;g2dfe25653d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2dfe25653d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6" name="Google Shape;346;g2dfe25653d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352322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e1d838b627_4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4" name="Google Shape;274;ge1d838b627_4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124513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e1d838b627_4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4" name="Google Shape;274;ge1d838b627_4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759728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ge1d838b627_4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ge1d838b627_4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665823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33fb61485ab_0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33fb61485ab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927943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33fb61485ab_0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33fb61485ab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218003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33fb61485ab_0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33fb61485ab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652753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33fb61485ab_0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33fb61485ab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538998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ge1d838b627_4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ge1d838b627_4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7738981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33fb61485ab_0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33fb61485ab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7969935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ge1d838b627_4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ge1d838b627_4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8139867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33fb61485ab_0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33fb61485ab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000357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33fb61485ab_0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33fb61485ab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8787330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ge1d838b627_4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ge1d838b627_4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758564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33fb61485ab_0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33fb61485ab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7219505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ge1d838b627_4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ge1d838b627_4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0211509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33fb61485ab_0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33fb61485ab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7601048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ge1d838b627_4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ge1d838b627_4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2383552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33fb61485ab_0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33fb61485ab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3805873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ge1d838b627_4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ge1d838b627_4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6625414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33fb61485ab_0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33fb61485ab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4547526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ge1d838b627_4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ge1d838b627_4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5323078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33fb61485ab_0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33fb61485ab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3964257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ge1d838b627_4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ge1d838b627_4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8976488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33fb61485ab_0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33fb61485ab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1775609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ge1d838b627_4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ge1d838b627_4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2890977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33fb61485ab_0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33fb61485ab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3865849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ge1d838b627_4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ge1d838b627_4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0824900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33fb61485ab_0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33fb61485ab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5546560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ge1d838b627_4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ge1d838b627_4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9786528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33fb61485ab_0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33fb61485ab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3937518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ge1d838b627_4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ge1d838b627_4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4062715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33fb61485ab_0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33fb61485ab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1103870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33fb61485ab_0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33fb61485ab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1567372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ge1d838b627_4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ge1d838b627_4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7383933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ge1d838b627_4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ge1d838b627_4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028059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33fb61485ab_0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33fb61485ab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5686114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33fb61485ab_0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33fb61485ab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8342413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33fb61485ab_0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33fb61485ab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9165550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33fb61485ab_0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33fb61485ab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1912181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33fb61485ab_0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33fb61485ab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0122336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33fb61485ab_0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33fb61485ab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122313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33fb61485ab_0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33fb61485ab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690056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33fb61485ab_0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33fb61485ab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6242445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33fb61485ab_0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33fb61485ab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5638058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33fb61485ab_0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33fb61485ab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9274133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33fb61485ab_0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33fb61485ab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4514870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33fb61485ab_0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33fb61485ab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2731714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84988" y="78599"/>
            <a:ext cx="8974027" cy="4925051"/>
            <a:chOff x="84988" y="78599"/>
            <a:chExt cx="8974027" cy="4925051"/>
          </a:xfrm>
        </p:grpSpPr>
        <p:pic>
          <p:nvPicPr>
            <p:cNvPr id="10" name="Google Shape;10;p2" title="Sin título-7.png"/>
            <p:cNvPicPr preferRelativeResize="0"/>
            <p:nvPr/>
          </p:nvPicPr>
          <p:blipFill>
            <a:blip r:embed="rId2">
              <a:alphaModFix/>
            </a:blip>
            <a:stretch>
              <a:fillRect/>
            </a:stretch>
          </p:blipFill>
          <p:spPr>
            <a:xfrm>
              <a:off x="84988" y="78599"/>
              <a:ext cx="8974027" cy="4925051"/>
            </a:xfrm>
            <a:prstGeom prst="rect">
              <a:avLst/>
            </a:prstGeom>
            <a:noFill/>
            <a:ln>
              <a:noFill/>
            </a:ln>
          </p:spPr>
        </p:pic>
        <p:pic>
          <p:nvPicPr>
            <p:cNvPr id="11" name="Google Shape;11;p2" title="Sin título-2.png"/>
            <p:cNvPicPr preferRelativeResize="0"/>
            <p:nvPr/>
          </p:nvPicPr>
          <p:blipFill>
            <a:blip r:embed="rId3">
              <a:alphaModFix/>
            </a:blip>
            <a:stretch>
              <a:fillRect/>
            </a:stretch>
          </p:blipFill>
          <p:spPr>
            <a:xfrm>
              <a:off x="270400" y="196675"/>
              <a:ext cx="8645002" cy="308147"/>
            </a:xfrm>
            <a:prstGeom prst="rect">
              <a:avLst/>
            </a:prstGeom>
            <a:noFill/>
            <a:ln>
              <a:noFill/>
            </a:ln>
          </p:spPr>
        </p:pic>
      </p:grpSp>
      <p:sp>
        <p:nvSpPr>
          <p:cNvPr id="12" name="Google Shape;12;p2"/>
          <p:cNvSpPr>
            <a:spLocks noGrp="1"/>
          </p:cNvSpPr>
          <p:nvPr>
            <p:ph type="pic" idx="2"/>
          </p:nvPr>
        </p:nvSpPr>
        <p:spPr>
          <a:xfrm>
            <a:off x="5805375" y="1317075"/>
            <a:ext cx="2831700" cy="2648100"/>
          </a:xfrm>
          <a:prstGeom prst="rect">
            <a:avLst/>
          </a:prstGeom>
          <a:noFill/>
          <a:ln w="19050" cap="flat" cmpd="sng">
            <a:solidFill>
              <a:schemeClr val="dk2"/>
            </a:solidFill>
            <a:prstDash val="solid"/>
            <a:round/>
            <a:headEnd type="none" w="sm" len="sm"/>
            <a:tailEnd type="none" w="sm" len="sm"/>
          </a:ln>
        </p:spPr>
      </p:sp>
      <p:sp>
        <p:nvSpPr>
          <p:cNvPr id="13" name="Google Shape;13;p2"/>
          <p:cNvSpPr txBox="1">
            <a:spLocks noGrp="1"/>
          </p:cNvSpPr>
          <p:nvPr>
            <p:ph type="ctrTitle"/>
          </p:nvPr>
        </p:nvSpPr>
        <p:spPr>
          <a:xfrm>
            <a:off x="606800" y="849600"/>
            <a:ext cx="5060700" cy="2462400"/>
          </a:xfrm>
          <a:prstGeom prst="rect">
            <a:avLst/>
          </a:prstGeom>
        </p:spPr>
        <p:txBody>
          <a:bodyPr spcFirstLastPara="1" wrap="square" lIns="91425" tIns="91425" rIns="91425" bIns="91425" anchor="t" anchorCtr="0">
            <a:noAutofit/>
          </a:bodyPr>
          <a:lstStyle>
            <a:lvl1pPr lvl="0">
              <a:lnSpc>
                <a:spcPct val="80000"/>
              </a:lnSpc>
              <a:spcBef>
                <a:spcPts val="0"/>
              </a:spcBef>
              <a:spcAft>
                <a:spcPts val="0"/>
              </a:spcAft>
              <a:buClr>
                <a:srgbClr val="191919"/>
              </a:buClr>
              <a:buSzPts val="5200"/>
              <a:buNone/>
              <a:defRPr sz="5600"/>
            </a:lvl1pPr>
            <a:lvl2pPr lvl="1">
              <a:spcBef>
                <a:spcPts val="0"/>
              </a:spcBef>
              <a:spcAft>
                <a:spcPts val="0"/>
              </a:spcAft>
              <a:buClr>
                <a:srgbClr val="191919"/>
              </a:buClr>
              <a:buSzPts val="5200"/>
              <a:buNone/>
              <a:defRPr sz="5200">
                <a:solidFill>
                  <a:srgbClr val="191919"/>
                </a:solidFill>
              </a:defRPr>
            </a:lvl2pPr>
            <a:lvl3pPr lvl="2">
              <a:spcBef>
                <a:spcPts val="0"/>
              </a:spcBef>
              <a:spcAft>
                <a:spcPts val="0"/>
              </a:spcAft>
              <a:buClr>
                <a:srgbClr val="191919"/>
              </a:buClr>
              <a:buSzPts val="5200"/>
              <a:buNone/>
              <a:defRPr sz="5200">
                <a:solidFill>
                  <a:srgbClr val="191919"/>
                </a:solidFill>
              </a:defRPr>
            </a:lvl3pPr>
            <a:lvl4pPr lvl="3">
              <a:spcBef>
                <a:spcPts val="0"/>
              </a:spcBef>
              <a:spcAft>
                <a:spcPts val="0"/>
              </a:spcAft>
              <a:buClr>
                <a:srgbClr val="191919"/>
              </a:buClr>
              <a:buSzPts val="5200"/>
              <a:buNone/>
              <a:defRPr sz="5200">
                <a:solidFill>
                  <a:srgbClr val="191919"/>
                </a:solidFill>
              </a:defRPr>
            </a:lvl4pPr>
            <a:lvl5pPr lvl="4">
              <a:spcBef>
                <a:spcPts val="0"/>
              </a:spcBef>
              <a:spcAft>
                <a:spcPts val="0"/>
              </a:spcAft>
              <a:buClr>
                <a:srgbClr val="191919"/>
              </a:buClr>
              <a:buSzPts val="5200"/>
              <a:buNone/>
              <a:defRPr sz="5200">
                <a:solidFill>
                  <a:srgbClr val="191919"/>
                </a:solidFill>
              </a:defRPr>
            </a:lvl5pPr>
            <a:lvl6pPr lvl="5">
              <a:spcBef>
                <a:spcPts val="0"/>
              </a:spcBef>
              <a:spcAft>
                <a:spcPts val="0"/>
              </a:spcAft>
              <a:buClr>
                <a:srgbClr val="191919"/>
              </a:buClr>
              <a:buSzPts val="5200"/>
              <a:buNone/>
              <a:defRPr sz="5200">
                <a:solidFill>
                  <a:srgbClr val="191919"/>
                </a:solidFill>
              </a:defRPr>
            </a:lvl6pPr>
            <a:lvl7pPr lvl="6">
              <a:spcBef>
                <a:spcPts val="0"/>
              </a:spcBef>
              <a:spcAft>
                <a:spcPts val="0"/>
              </a:spcAft>
              <a:buClr>
                <a:srgbClr val="191919"/>
              </a:buClr>
              <a:buSzPts val="5200"/>
              <a:buNone/>
              <a:defRPr sz="5200">
                <a:solidFill>
                  <a:srgbClr val="191919"/>
                </a:solidFill>
              </a:defRPr>
            </a:lvl7pPr>
            <a:lvl8pPr lvl="7">
              <a:spcBef>
                <a:spcPts val="0"/>
              </a:spcBef>
              <a:spcAft>
                <a:spcPts val="0"/>
              </a:spcAft>
              <a:buClr>
                <a:srgbClr val="191919"/>
              </a:buClr>
              <a:buSzPts val="5200"/>
              <a:buNone/>
              <a:defRPr sz="5200">
                <a:solidFill>
                  <a:srgbClr val="191919"/>
                </a:solidFill>
              </a:defRPr>
            </a:lvl8pPr>
            <a:lvl9pPr lvl="8">
              <a:spcBef>
                <a:spcPts val="0"/>
              </a:spcBef>
              <a:spcAft>
                <a:spcPts val="0"/>
              </a:spcAft>
              <a:buClr>
                <a:srgbClr val="191919"/>
              </a:buClr>
              <a:buSzPts val="5200"/>
              <a:buNone/>
              <a:defRPr sz="5200">
                <a:solidFill>
                  <a:srgbClr val="191919"/>
                </a:solidFill>
              </a:defRPr>
            </a:lvl9pPr>
          </a:lstStyle>
          <a:p>
            <a:endParaRPr/>
          </a:p>
        </p:txBody>
      </p:sp>
      <p:sp>
        <p:nvSpPr>
          <p:cNvPr id="14" name="Google Shape;14;p2"/>
          <p:cNvSpPr txBox="1">
            <a:spLocks noGrp="1"/>
          </p:cNvSpPr>
          <p:nvPr>
            <p:ph type="subTitle" idx="1"/>
          </p:nvPr>
        </p:nvSpPr>
        <p:spPr>
          <a:xfrm>
            <a:off x="606800" y="3364900"/>
            <a:ext cx="4351500" cy="1135200"/>
          </a:xfrm>
          <a:prstGeom prst="rect">
            <a:avLst/>
          </a:prstGeom>
          <a:ln>
            <a:noFill/>
          </a:ln>
        </p:spPr>
        <p:txBody>
          <a:bodyPr spcFirstLastPara="1" wrap="square" lIns="91425" tIns="91425" rIns="91425" bIns="91425" anchor="t" anchorCtr="0">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a:endParaRPr/>
          </a:p>
        </p:txBody>
      </p:sp>
      <p:pic>
        <p:nvPicPr>
          <p:cNvPr id="15" name="Google Shape;15;p2" title="Sin título-2.png"/>
          <p:cNvPicPr preferRelativeResize="0"/>
          <p:nvPr/>
        </p:nvPicPr>
        <p:blipFill rotWithShape="1">
          <a:blip r:embed="rId3">
            <a:alphaModFix/>
          </a:blip>
          <a:srcRect l="61982"/>
          <a:stretch/>
        </p:blipFill>
        <p:spPr>
          <a:xfrm>
            <a:off x="5805376" y="1051575"/>
            <a:ext cx="2831677" cy="265500"/>
          </a:xfrm>
          <a:prstGeom prst="rect">
            <a:avLst/>
          </a:prstGeom>
          <a:noFill/>
          <a:ln w="9525" cap="flat" cmpd="sng">
            <a:solidFill>
              <a:schemeClr val="dk2"/>
            </a:solidFill>
            <a:prstDash val="solid"/>
            <a:round/>
            <a:headEnd type="none" w="sm" len="sm"/>
            <a:tailEnd type="none" w="sm" len="sm"/>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6"/>
        <p:cNvGrpSpPr/>
        <p:nvPr/>
      </p:nvGrpSpPr>
      <p:grpSpPr>
        <a:xfrm>
          <a:off x="0" y="0"/>
          <a:ext cx="0" cy="0"/>
          <a:chOff x="0" y="0"/>
          <a:chExt cx="0" cy="0"/>
        </a:xfrm>
      </p:grpSpPr>
      <p:grpSp>
        <p:nvGrpSpPr>
          <p:cNvPr id="17" name="Google Shape;17;p3"/>
          <p:cNvGrpSpPr/>
          <p:nvPr/>
        </p:nvGrpSpPr>
        <p:grpSpPr>
          <a:xfrm>
            <a:off x="84988" y="78599"/>
            <a:ext cx="8974027" cy="4925051"/>
            <a:chOff x="84988" y="78599"/>
            <a:chExt cx="8974027" cy="4925051"/>
          </a:xfrm>
        </p:grpSpPr>
        <p:pic>
          <p:nvPicPr>
            <p:cNvPr id="18" name="Google Shape;18;p3" title="Sin título-7.png"/>
            <p:cNvPicPr preferRelativeResize="0"/>
            <p:nvPr/>
          </p:nvPicPr>
          <p:blipFill>
            <a:blip r:embed="rId2">
              <a:alphaModFix/>
            </a:blip>
            <a:stretch>
              <a:fillRect/>
            </a:stretch>
          </p:blipFill>
          <p:spPr>
            <a:xfrm>
              <a:off x="84988" y="78599"/>
              <a:ext cx="8974027" cy="4925051"/>
            </a:xfrm>
            <a:prstGeom prst="rect">
              <a:avLst/>
            </a:prstGeom>
            <a:noFill/>
            <a:ln>
              <a:noFill/>
            </a:ln>
          </p:spPr>
        </p:pic>
        <p:pic>
          <p:nvPicPr>
            <p:cNvPr id="19" name="Google Shape;19;p3" title="Sin título-2.png"/>
            <p:cNvPicPr preferRelativeResize="0"/>
            <p:nvPr/>
          </p:nvPicPr>
          <p:blipFill>
            <a:blip r:embed="rId3">
              <a:alphaModFix/>
            </a:blip>
            <a:stretch>
              <a:fillRect/>
            </a:stretch>
          </p:blipFill>
          <p:spPr>
            <a:xfrm>
              <a:off x="270400" y="196675"/>
              <a:ext cx="8645002" cy="308147"/>
            </a:xfrm>
            <a:prstGeom prst="rect">
              <a:avLst/>
            </a:prstGeom>
            <a:noFill/>
            <a:ln>
              <a:noFill/>
            </a:ln>
          </p:spPr>
        </p:pic>
      </p:grpSp>
      <p:pic>
        <p:nvPicPr>
          <p:cNvPr id="20" name="Google Shape;20;p3" title="Sin título-5.png"/>
          <p:cNvPicPr preferRelativeResize="0"/>
          <p:nvPr/>
        </p:nvPicPr>
        <p:blipFill>
          <a:blip r:embed="rId4">
            <a:alphaModFix/>
          </a:blip>
          <a:stretch>
            <a:fillRect/>
          </a:stretch>
        </p:blipFill>
        <p:spPr>
          <a:xfrm>
            <a:off x="3233000" y="3371475"/>
            <a:ext cx="5515599" cy="1351825"/>
          </a:xfrm>
          <a:prstGeom prst="rect">
            <a:avLst/>
          </a:prstGeom>
          <a:noFill/>
          <a:ln>
            <a:noFill/>
          </a:ln>
        </p:spPr>
      </p:pic>
      <p:pic>
        <p:nvPicPr>
          <p:cNvPr id="21" name="Google Shape;21;p3" title="Sin título-4.png"/>
          <p:cNvPicPr preferRelativeResize="0"/>
          <p:nvPr/>
        </p:nvPicPr>
        <p:blipFill>
          <a:blip r:embed="rId5">
            <a:alphaModFix/>
          </a:blip>
          <a:stretch>
            <a:fillRect/>
          </a:stretch>
        </p:blipFill>
        <p:spPr>
          <a:xfrm>
            <a:off x="555462" y="817950"/>
            <a:ext cx="5399452" cy="3024425"/>
          </a:xfrm>
          <a:prstGeom prst="rect">
            <a:avLst/>
          </a:prstGeom>
          <a:noFill/>
          <a:ln>
            <a:noFill/>
          </a:ln>
        </p:spPr>
      </p:pic>
      <p:sp>
        <p:nvSpPr>
          <p:cNvPr id="22" name="Google Shape;22;p3"/>
          <p:cNvSpPr txBox="1">
            <a:spLocks noGrp="1"/>
          </p:cNvSpPr>
          <p:nvPr>
            <p:ph type="title"/>
          </p:nvPr>
        </p:nvSpPr>
        <p:spPr>
          <a:xfrm>
            <a:off x="1860500" y="1532500"/>
            <a:ext cx="3459000" cy="1521000"/>
          </a:xfrm>
          <a:prstGeom prst="rect">
            <a:avLst/>
          </a:prstGeom>
          <a:ln>
            <a:noFill/>
          </a:ln>
        </p:spPr>
        <p:txBody>
          <a:bodyPr spcFirstLastPara="1" wrap="square" lIns="91425" tIns="91425" rIns="91425" bIns="91425" anchor="ctr" anchorCtr="0">
            <a:noAutofit/>
          </a:bodyPr>
          <a:lstStyle>
            <a:lvl1pPr lvl="0">
              <a:lnSpc>
                <a:spcPct val="80000"/>
              </a:lnSpc>
              <a:spcBef>
                <a:spcPts val="0"/>
              </a:spcBef>
              <a:spcAft>
                <a:spcPts val="0"/>
              </a:spcAft>
              <a:buSzPts val="3600"/>
              <a:buNone/>
              <a:defRPr sz="4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3" name="Google Shape;23;p3"/>
          <p:cNvSpPr txBox="1">
            <a:spLocks noGrp="1"/>
          </p:cNvSpPr>
          <p:nvPr>
            <p:ph type="title" idx="2" hasCustomPrompt="1"/>
          </p:nvPr>
        </p:nvSpPr>
        <p:spPr>
          <a:xfrm>
            <a:off x="779673" y="1910725"/>
            <a:ext cx="778200" cy="7644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6000"/>
              <a:buNone/>
              <a:defRPr sz="5000">
                <a:solidFill>
                  <a:schemeClr val="dk2"/>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24" name="Google Shape;24;p3"/>
          <p:cNvSpPr txBox="1">
            <a:spLocks noGrp="1"/>
          </p:cNvSpPr>
          <p:nvPr>
            <p:ph type="subTitle" idx="1"/>
          </p:nvPr>
        </p:nvSpPr>
        <p:spPr>
          <a:xfrm>
            <a:off x="3465325" y="3918575"/>
            <a:ext cx="5174400" cy="662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5" name="Google Shape;25;p3"/>
          <p:cNvSpPr>
            <a:spLocks noGrp="1"/>
          </p:cNvSpPr>
          <p:nvPr>
            <p:ph type="pic" idx="3"/>
          </p:nvPr>
        </p:nvSpPr>
        <p:spPr>
          <a:xfrm flipH="1">
            <a:off x="6386650" y="947025"/>
            <a:ext cx="2107500" cy="2067600"/>
          </a:xfrm>
          <a:prstGeom prst="rect">
            <a:avLst/>
          </a:prstGeom>
          <a:noFill/>
          <a:ln w="19050" cap="flat" cmpd="sng">
            <a:solidFill>
              <a:schemeClr val="dk2"/>
            </a:solidFill>
            <a:prstDash val="solid"/>
            <a:round/>
            <a:headEnd type="none" w="sm" len="sm"/>
            <a:tailEnd type="none" w="sm" len="sm"/>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6"/>
        <p:cNvGrpSpPr/>
        <p:nvPr/>
      </p:nvGrpSpPr>
      <p:grpSpPr>
        <a:xfrm>
          <a:off x="0" y="0"/>
          <a:ext cx="0" cy="0"/>
          <a:chOff x="0" y="0"/>
          <a:chExt cx="0" cy="0"/>
        </a:xfrm>
      </p:grpSpPr>
      <p:grpSp>
        <p:nvGrpSpPr>
          <p:cNvPr id="27" name="Google Shape;27;p4"/>
          <p:cNvGrpSpPr/>
          <p:nvPr/>
        </p:nvGrpSpPr>
        <p:grpSpPr>
          <a:xfrm>
            <a:off x="84988" y="78599"/>
            <a:ext cx="8974027" cy="4925051"/>
            <a:chOff x="84988" y="78599"/>
            <a:chExt cx="8974027" cy="4925051"/>
          </a:xfrm>
        </p:grpSpPr>
        <p:pic>
          <p:nvPicPr>
            <p:cNvPr id="28" name="Google Shape;28;p4" title="Sin título-7.png"/>
            <p:cNvPicPr preferRelativeResize="0"/>
            <p:nvPr/>
          </p:nvPicPr>
          <p:blipFill>
            <a:blip r:embed="rId2">
              <a:alphaModFix/>
            </a:blip>
            <a:stretch>
              <a:fillRect/>
            </a:stretch>
          </p:blipFill>
          <p:spPr>
            <a:xfrm>
              <a:off x="84988" y="78599"/>
              <a:ext cx="8974027" cy="4925051"/>
            </a:xfrm>
            <a:prstGeom prst="rect">
              <a:avLst/>
            </a:prstGeom>
            <a:noFill/>
            <a:ln>
              <a:noFill/>
            </a:ln>
          </p:spPr>
        </p:pic>
        <p:pic>
          <p:nvPicPr>
            <p:cNvPr id="29" name="Google Shape;29;p4" title="Sin título-2.png"/>
            <p:cNvPicPr preferRelativeResize="0"/>
            <p:nvPr/>
          </p:nvPicPr>
          <p:blipFill>
            <a:blip r:embed="rId3">
              <a:alphaModFix/>
            </a:blip>
            <a:stretch>
              <a:fillRect/>
            </a:stretch>
          </p:blipFill>
          <p:spPr>
            <a:xfrm>
              <a:off x="270400" y="196675"/>
              <a:ext cx="8645002" cy="308147"/>
            </a:xfrm>
            <a:prstGeom prst="rect">
              <a:avLst/>
            </a:prstGeom>
            <a:noFill/>
            <a:ln>
              <a:noFill/>
            </a:ln>
          </p:spPr>
        </p:pic>
      </p:grpSp>
      <p:sp>
        <p:nvSpPr>
          <p:cNvPr id="30" name="Google Shape;30;p4"/>
          <p:cNvSpPr txBox="1">
            <a:spLocks noGrp="1"/>
          </p:cNvSpPr>
          <p:nvPr>
            <p:ph type="title"/>
          </p:nvPr>
        </p:nvSpPr>
        <p:spPr>
          <a:xfrm>
            <a:off x="720000" y="445025"/>
            <a:ext cx="7704000" cy="572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2600"/>
              <a:buNone/>
              <a:defRPr sz="2600"/>
            </a:lvl1pPr>
            <a:lvl2pPr lvl="1" rtl="0">
              <a:spcBef>
                <a:spcPts val="0"/>
              </a:spcBef>
              <a:spcAft>
                <a:spcPts val="0"/>
              </a:spcAft>
              <a:buSzPts val="2600"/>
              <a:buNone/>
              <a:defRPr sz="2600"/>
            </a:lvl2pPr>
            <a:lvl3pPr lvl="2" rtl="0">
              <a:spcBef>
                <a:spcPts val="0"/>
              </a:spcBef>
              <a:spcAft>
                <a:spcPts val="0"/>
              </a:spcAft>
              <a:buSzPts val="2600"/>
              <a:buNone/>
              <a:defRPr sz="2600"/>
            </a:lvl3pPr>
            <a:lvl4pPr lvl="3" rtl="0">
              <a:spcBef>
                <a:spcPts val="0"/>
              </a:spcBef>
              <a:spcAft>
                <a:spcPts val="0"/>
              </a:spcAft>
              <a:buSzPts val="2600"/>
              <a:buNone/>
              <a:defRPr sz="2600"/>
            </a:lvl4pPr>
            <a:lvl5pPr lvl="4" rtl="0">
              <a:spcBef>
                <a:spcPts val="0"/>
              </a:spcBef>
              <a:spcAft>
                <a:spcPts val="0"/>
              </a:spcAft>
              <a:buSzPts val="2600"/>
              <a:buNone/>
              <a:defRPr sz="2600"/>
            </a:lvl5pPr>
            <a:lvl6pPr lvl="5" rtl="0">
              <a:spcBef>
                <a:spcPts val="0"/>
              </a:spcBef>
              <a:spcAft>
                <a:spcPts val="0"/>
              </a:spcAft>
              <a:buSzPts val="2600"/>
              <a:buNone/>
              <a:defRPr sz="2600"/>
            </a:lvl6pPr>
            <a:lvl7pPr lvl="6" rtl="0">
              <a:spcBef>
                <a:spcPts val="0"/>
              </a:spcBef>
              <a:spcAft>
                <a:spcPts val="0"/>
              </a:spcAft>
              <a:buSzPts val="2600"/>
              <a:buNone/>
              <a:defRPr sz="2600"/>
            </a:lvl7pPr>
            <a:lvl8pPr lvl="7" rtl="0">
              <a:spcBef>
                <a:spcPts val="0"/>
              </a:spcBef>
              <a:spcAft>
                <a:spcPts val="0"/>
              </a:spcAft>
              <a:buSzPts val="2600"/>
              <a:buNone/>
              <a:defRPr sz="2600"/>
            </a:lvl8pPr>
            <a:lvl9pPr lvl="8" rtl="0">
              <a:spcBef>
                <a:spcPts val="0"/>
              </a:spcBef>
              <a:spcAft>
                <a:spcPts val="0"/>
              </a:spcAft>
              <a:buSzPts val="2600"/>
              <a:buNone/>
              <a:defRPr sz="2600"/>
            </a:lvl9pPr>
          </a:lstStyle>
          <a:p>
            <a:endParaRPr/>
          </a:p>
        </p:txBody>
      </p:sp>
      <p:sp>
        <p:nvSpPr>
          <p:cNvPr id="31" name="Google Shape;31;p4"/>
          <p:cNvSpPr txBox="1">
            <a:spLocks noGrp="1"/>
          </p:cNvSpPr>
          <p:nvPr>
            <p:ph type="body" idx="1"/>
          </p:nvPr>
        </p:nvSpPr>
        <p:spPr>
          <a:xfrm>
            <a:off x="720000" y="1152475"/>
            <a:ext cx="7704000" cy="3416400"/>
          </a:xfrm>
          <a:prstGeom prst="rect">
            <a:avLst/>
          </a:prstGeom>
        </p:spPr>
        <p:txBody>
          <a:bodyPr spcFirstLastPara="1" wrap="square" lIns="91425" tIns="91425" rIns="91425" bIns="91425" anchor="t" anchorCtr="0">
            <a:noAutofit/>
          </a:bodyPr>
          <a:lstStyle>
            <a:lvl1pPr marL="457200" lvl="0" indent="-342900" rtl="0">
              <a:lnSpc>
                <a:spcPct val="115000"/>
              </a:lnSpc>
              <a:spcBef>
                <a:spcPts val="0"/>
              </a:spcBef>
              <a:spcAft>
                <a:spcPts val="0"/>
              </a:spcAft>
              <a:buClr>
                <a:schemeClr val="accent1"/>
              </a:buClr>
              <a:buSzPts val="1800"/>
              <a:buFont typeface="Darker Grotesque SemiBold"/>
              <a:buChar char="●"/>
              <a:defRPr sz="1200">
                <a:solidFill>
                  <a:srgbClr val="434343"/>
                </a:solidFill>
              </a:defRPr>
            </a:lvl1pPr>
            <a:lvl2pPr marL="914400" lvl="1" indent="-317500" rtl="0">
              <a:lnSpc>
                <a:spcPct val="115000"/>
              </a:lnSpc>
              <a:spcBef>
                <a:spcPts val="0"/>
              </a:spcBef>
              <a:spcAft>
                <a:spcPts val="0"/>
              </a:spcAft>
              <a:buClr>
                <a:srgbClr val="15325B"/>
              </a:buClr>
              <a:buSzPts val="1400"/>
              <a:buFont typeface="Darker Grotesque SemiBold"/>
              <a:buChar char="○"/>
              <a:defRPr>
                <a:solidFill>
                  <a:srgbClr val="434343"/>
                </a:solidFill>
              </a:defRPr>
            </a:lvl2pPr>
            <a:lvl3pPr marL="1371600" lvl="2" indent="-317500" rtl="0">
              <a:lnSpc>
                <a:spcPct val="115000"/>
              </a:lnSpc>
              <a:spcBef>
                <a:spcPts val="0"/>
              </a:spcBef>
              <a:spcAft>
                <a:spcPts val="0"/>
              </a:spcAft>
              <a:buClr>
                <a:srgbClr val="15325B"/>
              </a:buClr>
              <a:buSzPts val="1400"/>
              <a:buFont typeface="Darker Grotesque SemiBold"/>
              <a:buChar char="■"/>
              <a:defRPr>
                <a:solidFill>
                  <a:srgbClr val="434343"/>
                </a:solidFill>
              </a:defRPr>
            </a:lvl3pPr>
            <a:lvl4pPr marL="1828800" lvl="3" indent="-317500" rtl="0">
              <a:lnSpc>
                <a:spcPct val="115000"/>
              </a:lnSpc>
              <a:spcBef>
                <a:spcPts val="0"/>
              </a:spcBef>
              <a:spcAft>
                <a:spcPts val="0"/>
              </a:spcAft>
              <a:buClr>
                <a:srgbClr val="15325B"/>
              </a:buClr>
              <a:buSzPts val="1400"/>
              <a:buFont typeface="Darker Grotesque SemiBold"/>
              <a:buChar char="●"/>
              <a:defRPr>
                <a:solidFill>
                  <a:srgbClr val="434343"/>
                </a:solidFill>
              </a:defRPr>
            </a:lvl4pPr>
            <a:lvl5pPr marL="2286000" lvl="4" indent="-317500" rtl="0">
              <a:lnSpc>
                <a:spcPct val="115000"/>
              </a:lnSpc>
              <a:spcBef>
                <a:spcPts val="0"/>
              </a:spcBef>
              <a:spcAft>
                <a:spcPts val="0"/>
              </a:spcAft>
              <a:buClr>
                <a:srgbClr val="15325B"/>
              </a:buClr>
              <a:buSzPts val="1400"/>
              <a:buFont typeface="Darker Grotesque SemiBold"/>
              <a:buChar char="○"/>
              <a:defRPr>
                <a:solidFill>
                  <a:srgbClr val="434343"/>
                </a:solidFill>
              </a:defRPr>
            </a:lvl5pPr>
            <a:lvl6pPr marL="2743200" lvl="5" indent="-317500" rtl="0">
              <a:lnSpc>
                <a:spcPct val="115000"/>
              </a:lnSpc>
              <a:spcBef>
                <a:spcPts val="0"/>
              </a:spcBef>
              <a:spcAft>
                <a:spcPts val="0"/>
              </a:spcAft>
              <a:buClr>
                <a:srgbClr val="15325B"/>
              </a:buClr>
              <a:buSzPts val="1400"/>
              <a:buFont typeface="Darker Grotesque SemiBold"/>
              <a:buChar char="■"/>
              <a:defRPr>
                <a:solidFill>
                  <a:srgbClr val="434343"/>
                </a:solidFill>
              </a:defRPr>
            </a:lvl6pPr>
            <a:lvl7pPr marL="3200400" lvl="6" indent="-317500" rtl="0">
              <a:lnSpc>
                <a:spcPct val="115000"/>
              </a:lnSpc>
              <a:spcBef>
                <a:spcPts val="0"/>
              </a:spcBef>
              <a:spcAft>
                <a:spcPts val="0"/>
              </a:spcAft>
              <a:buClr>
                <a:srgbClr val="15325B"/>
              </a:buClr>
              <a:buSzPts val="1400"/>
              <a:buFont typeface="Darker Grotesque SemiBold"/>
              <a:buChar char="●"/>
              <a:defRPr>
                <a:solidFill>
                  <a:srgbClr val="434343"/>
                </a:solidFill>
              </a:defRPr>
            </a:lvl7pPr>
            <a:lvl8pPr marL="3657600" lvl="7" indent="-317500" rtl="0">
              <a:lnSpc>
                <a:spcPct val="115000"/>
              </a:lnSpc>
              <a:spcBef>
                <a:spcPts val="0"/>
              </a:spcBef>
              <a:spcAft>
                <a:spcPts val="0"/>
              </a:spcAft>
              <a:buClr>
                <a:srgbClr val="15325B"/>
              </a:buClr>
              <a:buSzPts val="1400"/>
              <a:buFont typeface="Darker Grotesque SemiBold"/>
              <a:buChar char="○"/>
              <a:defRPr>
                <a:solidFill>
                  <a:srgbClr val="434343"/>
                </a:solidFill>
              </a:defRPr>
            </a:lvl8pPr>
            <a:lvl9pPr marL="4114800" lvl="8" indent="-317500" rtl="0">
              <a:lnSpc>
                <a:spcPct val="115000"/>
              </a:lnSpc>
              <a:spcBef>
                <a:spcPts val="0"/>
              </a:spcBef>
              <a:spcAft>
                <a:spcPts val="0"/>
              </a:spcAft>
              <a:buClr>
                <a:srgbClr val="15325B"/>
              </a:buClr>
              <a:buSzPts val="1400"/>
              <a:buFont typeface="Darker Grotesque SemiBold"/>
              <a:buChar char="■"/>
              <a:defRPr>
                <a:solidFill>
                  <a:srgbClr val="434343"/>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2"/>
        <p:cNvGrpSpPr/>
        <p:nvPr/>
      </p:nvGrpSpPr>
      <p:grpSpPr>
        <a:xfrm>
          <a:off x="0" y="0"/>
          <a:ext cx="0" cy="0"/>
          <a:chOff x="0" y="0"/>
          <a:chExt cx="0" cy="0"/>
        </a:xfrm>
      </p:grpSpPr>
      <p:pic>
        <p:nvPicPr>
          <p:cNvPr id="33" name="Google Shape;33;p5" title="Sin título-7.png"/>
          <p:cNvPicPr preferRelativeResize="0"/>
          <p:nvPr/>
        </p:nvPicPr>
        <p:blipFill>
          <a:blip r:embed="rId2">
            <a:alphaModFix/>
          </a:blip>
          <a:stretch>
            <a:fillRect/>
          </a:stretch>
        </p:blipFill>
        <p:spPr>
          <a:xfrm>
            <a:off x="84988" y="78599"/>
            <a:ext cx="8974027" cy="4925051"/>
          </a:xfrm>
          <a:prstGeom prst="rect">
            <a:avLst/>
          </a:prstGeom>
          <a:noFill/>
          <a:ln>
            <a:noFill/>
          </a:ln>
        </p:spPr>
      </p:pic>
      <p:sp>
        <p:nvSpPr>
          <p:cNvPr id="34" name="Google Shape;34;p5"/>
          <p:cNvSpPr txBox="1">
            <a:spLocks noGrp="1"/>
          </p:cNvSpPr>
          <p:nvPr>
            <p:ph type="subTitle" idx="1"/>
          </p:nvPr>
        </p:nvSpPr>
        <p:spPr>
          <a:xfrm>
            <a:off x="3540003" y="1330738"/>
            <a:ext cx="3941400" cy="5727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SzPts val="2400"/>
              <a:buFont typeface="Raleway"/>
              <a:buNone/>
              <a:defRPr sz="2300">
                <a:latin typeface="VT323"/>
                <a:ea typeface="VT323"/>
                <a:cs typeface="VT323"/>
                <a:sym typeface="VT323"/>
              </a:defRPr>
            </a:lvl1pPr>
            <a:lvl2pPr lvl="1" algn="ctr">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35" name="Google Shape;35;p5"/>
          <p:cNvSpPr txBox="1">
            <a:spLocks noGrp="1"/>
          </p:cNvSpPr>
          <p:nvPr>
            <p:ph type="subTitle" idx="2"/>
          </p:nvPr>
        </p:nvSpPr>
        <p:spPr>
          <a:xfrm>
            <a:off x="3540003" y="3067776"/>
            <a:ext cx="3941400" cy="572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300">
                <a:latin typeface="VT323"/>
                <a:ea typeface="VT323"/>
                <a:cs typeface="VT323"/>
                <a:sym typeface="VT323"/>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36" name="Google Shape;36;p5"/>
          <p:cNvSpPr txBox="1">
            <a:spLocks noGrp="1"/>
          </p:cNvSpPr>
          <p:nvPr>
            <p:ph type="subTitle" idx="3"/>
          </p:nvPr>
        </p:nvSpPr>
        <p:spPr>
          <a:xfrm>
            <a:off x="3540003" y="1827236"/>
            <a:ext cx="3941400" cy="1167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2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7" name="Google Shape;37;p5"/>
          <p:cNvSpPr txBox="1">
            <a:spLocks noGrp="1"/>
          </p:cNvSpPr>
          <p:nvPr>
            <p:ph type="subTitle" idx="4"/>
          </p:nvPr>
        </p:nvSpPr>
        <p:spPr>
          <a:xfrm>
            <a:off x="3540003" y="3564275"/>
            <a:ext cx="3941400" cy="1167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2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8" name="Google Shape;38;p5"/>
          <p:cNvSpPr txBox="1">
            <a:spLocks noGrp="1"/>
          </p:cNvSpPr>
          <p:nvPr>
            <p:ph type="title"/>
          </p:nvPr>
        </p:nvSpPr>
        <p:spPr>
          <a:xfrm>
            <a:off x="341850" y="654800"/>
            <a:ext cx="8573700" cy="6024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26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pic>
        <p:nvPicPr>
          <p:cNvPr id="39" name="Google Shape;39;p5" title="Sin título-2.png"/>
          <p:cNvPicPr preferRelativeResize="0"/>
          <p:nvPr/>
        </p:nvPicPr>
        <p:blipFill>
          <a:blip r:embed="rId3">
            <a:alphaModFix/>
          </a:blip>
          <a:stretch>
            <a:fillRect/>
          </a:stretch>
        </p:blipFill>
        <p:spPr>
          <a:xfrm>
            <a:off x="270400" y="196675"/>
            <a:ext cx="8645002" cy="308147"/>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
        <p:cNvGrpSpPr/>
        <p:nvPr/>
      </p:nvGrpSpPr>
      <p:grpSpPr>
        <a:xfrm>
          <a:off x="0" y="0"/>
          <a:ext cx="0" cy="0"/>
          <a:chOff x="0" y="0"/>
          <a:chExt cx="0" cy="0"/>
        </a:xfrm>
      </p:grpSpPr>
      <p:grpSp>
        <p:nvGrpSpPr>
          <p:cNvPr id="41" name="Google Shape;41;p6"/>
          <p:cNvGrpSpPr/>
          <p:nvPr/>
        </p:nvGrpSpPr>
        <p:grpSpPr>
          <a:xfrm>
            <a:off x="84988" y="78599"/>
            <a:ext cx="8974027" cy="4925051"/>
            <a:chOff x="84988" y="78599"/>
            <a:chExt cx="8974027" cy="4925051"/>
          </a:xfrm>
        </p:grpSpPr>
        <p:pic>
          <p:nvPicPr>
            <p:cNvPr id="42" name="Google Shape;42;p6" title="Sin título-7.png"/>
            <p:cNvPicPr preferRelativeResize="0"/>
            <p:nvPr/>
          </p:nvPicPr>
          <p:blipFill>
            <a:blip r:embed="rId2">
              <a:alphaModFix/>
            </a:blip>
            <a:stretch>
              <a:fillRect/>
            </a:stretch>
          </p:blipFill>
          <p:spPr>
            <a:xfrm>
              <a:off x="84988" y="78599"/>
              <a:ext cx="8974027" cy="4925051"/>
            </a:xfrm>
            <a:prstGeom prst="rect">
              <a:avLst/>
            </a:prstGeom>
            <a:noFill/>
            <a:ln>
              <a:noFill/>
            </a:ln>
          </p:spPr>
        </p:pic>
        <p:pic>
          <p:nvPicPr>
            <p:cNvPr id="43" name="Google Shape;43;p6" title="Sin título-2.png"/>
            <p:cNvPicPr preferRelativeResize="0"/>
            <p:nvPr/>
          </p:nvPicPr>
          <p:blipFill>
            <a:blip r:embed="rId3">
              <a:alphaModFix/>
            </a:blip>
            <a:stretch>
              <a:fillRect/>
            </a:stretch>
          </p:blipFill>
          <p:spPr>
            <a:xfrm>
              <a:off x="270400" y="196675"/>
              <a:ext cx="8645002" cy="308147"/>
            </a:xfrm>
            <a:prstGeom prst="rect">
              <a:avLst/>
            </a:prstGeom>
            <a:noFill/>
            <a:ln>
              <a:noFill/>
            </a:ln>
          </p:spPr>
        </p:pic>
      </p:grpSp>
      <p:sp>
        <p:nvSpPr>
          <p:cNvPr id="44" name="Google Shape;44;p6"/>
          <p:cNvSpPr txBox="1">
            <a:spLocks noGrp="1"/>
          </p:cNvSpPr>
          <p:nvPr>
            <p:ph type="title"/>
          </p:nvPr>
        </p:nvSpPr>
        <p:spPr>
          <a:xfrm>
            <a:off x="341850" y="654800"/>
            <a:ext cx="8460300" cy="6024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26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pic>
        <p:nvPicPr>
          <p:cNvPr id="45" name="Google Shape;45;p6" title="Sin título-2.png"/>
          <p:cNvPicPr preferRelativeResize="0"/>
          <p:nvPr/>
        </p:nvPicPr>
        <p:blipFill>
          <a:blip r:embed="rId3">
            <a:alphaModFix/>
          </a:blip>
          <a:stretch>
            <a:fillRect/>
          </a:stretch>
        </p:blipFill>
        <p:spPr>
          <a:xfrm>
            <a:off x="270400" y="196675"/>
            <a:ext cx="8645002" cy="308147"/>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6"/>
        <p:cNvGrpSpPr/>
        <p:nvPr/>
      </p:nvGrpSpPr>
      <p:grpSpPr>
        <a:xfrm>
          <a:off x="0" y="0"/>
          <a:ext cx="0" cy="0"/>
          <a:chOff x="0" y="0"/>
          <a:chExt cx="0" cy="0"/>
        </a:xfrm>
      </p:grpSpPr>
      <p:grpSp>
        <p:nvGrpSpPr>
          <p:cNvPr id="47" name="Google Shape;47;p7"/>
          <p:cNvGrpSpPr/>
          <p:nvPr/>
        </p:nvGrpSpPr>
        <p:grpSpPr>
          <a:xfrm>
            <a:off x="84988" y="78599"/>
            <a:ext cx="8974027" cy="4925051"/>
            <a:chOff x="84988" y="78599"/>
            <a:chExt cx="8974027" cy="4925051"/>
          </a:xfrm>
        </p:grpSpPr>
        <p:pic>
          <p:nvPicPr>
            <p:cNvPr id="48" name="Google Shape;48;p7" title="Sin título-7.png"/>
            <p:cNvPicPr preferRelativeResize="0"/>
            <p:nvPr/>
          </p:nvPicPr>
          <p:blipFill>
            <a:blip r:embed="rId2">
              <a:alphaModFix/>
            </a:blip>
            <a:stretch>
              <a:fillRect/>
            </a:stretch>
          </p:blipFill>
          <p:spPr>
            <a:xfrm>
              <a:off x="84988" y="78599"/>
              <a:ext cx="8974027" cy="4925051"/>
            </a:xfrm>
            <a:prstGeom prst="rect">
              <a:avLst/>
            </a:prstGeom>
            <a:noFill/>
            <a:ln>
              <a:noFill/>
            </a:ln>
          </p:spPr>
        </p:pic>
        <p:pic>
          <p:nvPicPr>
            <p:cNvPr id="49" name="Google Shape;49;p7" title="Sin título-2.png"/>
            <p:cNvPicPr preferRelativeResize="0"/>
            <p:nvPr/>
          </p:nvPicPr>
          <p:blipFill>
            <a:blip r:embed="rId3">
              <a:alphaModFix/>
            </a:blip>
            <a:stretch>
              <a:fillRect/>
            </a:stretch>
          </p:blipFill>
          <p:spPr>
            <a:xfrm>
              <a:off x="270400" y="196675"/>
              <a:ext cx="8645002" cy="308147"/>
            </a:xfrm>
            <a:prstGeom prst="rect">
              <a:avLst/>
            </a:prstGeom>
            <a:noFill/>
            <a:ln>
              <a:noFill/>
            </a:ln>
          </p:spPr>
        </p:pic>
      </p:grpSp>
      <p:sp>
        <p:nvSpPr>
          <p:cNvPr id="50" name="Google Shape;50;p7"/>
          <p:cNvSpPr txBox="1">
            <a:spLocks noGrp="1"/>
          </p:cNvSpPr>
          <p:nvPr>
            <p:ph type="title"/>
          </p:nvPr>
        </p:nvSpPr>
        <p:spPr>
          <a:xfrm>
            <a:off x="228600" y="228600"/>
            <a:ext cx="3998400" cy="14457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2600"/>
              <a:buNone/>
              <a:defRPr sz="2600"/>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51" name="Google Shape;51;p7"/>
          <p:cNvSpPr txBox="1">
            <a:spLocks noGrp="1"/>
          </p:cNvSpPr>
          <p:nvPr>
            <p:ph type="body" idx="1"/>
          </p:nvPr>
        </p:nvSpPr>
        <p:spPr>
          <a:xfrm>
            <a:off x="1609625" y="2066125"/>
            <a:ext cx="3824100" cy="25326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SzPts val="1400"/>
              <a:buChar char="●"/>
              <a:defRPr sz="1400"/>
            </a:lvl1pPr>
            <a:lvl2pPr marL="914400" lvl="1" indent="-317500" rtl="0">
              <a:lnSpc>
                <a:spcPct val="115000"/>
              </a:lnSpc>
              <a:spcBef>
                <a:spcPts val="0"/>
              </a:spcBef>
              <a:spcAft>
                <a:spcPts val="0"/>
              </a:spcAft>
              <a:buSzPts val="1400"/>
              <a:buChar char="○"/>
              <a:defRPr/>
            </a:lvl2pPr>
            <a:lvl3pPr marL="1371600" lvl="2" indent="-317500" rtl="0">
              <a:lnSpc>
                <a:spcPct val="115000"/>
              </a:lnSpc>
              <a:spcBef>
                <a:spcPts val="0"/>
              </a:spcBef>
              <a:spcAft>
                <a:spcPts val="0"/>
              </a:spcAft>
              <a:buSzPts val="1400"/>
              <a:buChar char="■"/>
              <a:defRPr/>
            </a:lvl3pPr>
            <a:lvl4pPr marL="1828800" lvl="3" indent="-317500" rtl="0">
              <a:lnSpc>
                <a:spcPct val="115000"/>
              </a:lnSpc>
              <a:spcBef>
                <a:spcPts val="0"/>
              </a:spcBef>
              <a:spcAft>
                <a:spcPts val="0"/>
              </a:spcAft>
              <a:buSzPts val="1400"/>
              <a:buChar char="●"/>
              <a:defRPr/>
            </a:lvl4pPr>
            <a:lvl5pPr marL="2286000" lvl="4" indent="-317500" rtl="0">
              <a:lnSpc>
                <a:spcPct val="115000"/>
              </a:lnSpc>
              <a:spcBef>
                <a:spcPts val="0"/>
              </a:spcBef>
              <a:spcAft>
                <a:spcPts val="0"/>
              </a:spcAft>
              <a:buSzPts val="1400"/>
              <a:buChar char="○"/>
              <a:defRPr/>
            </a:lvl5pPr>
            <a:lvl6pPr marL="2743200" lvl="5" indent="-317500" rtl="0">
              <a:lnSpc>
                <a:spcPct val="115000"/>
              </a:lnSpc>
              <a:spcBef>
                <a:spcPts val="0"/>
              </a:spcBef>
              <a:spcAft>
                <a:spcPts val="0"/>
              </a:spcAft>
              <a:buSzPts val="1400"/>
              <a:buChar char="■"/>
              <a:defRPr/>
            </a:lvl6pPr>
            <a:lvl7pPr marL="3200400" lvl="6" indent="-317500" rtl="0">
              <a:lnSpc>
                <a:spcPct val="115000"/>
              </a:lnSpc>
              <a:spcBef>
                <a:spcPts val="0"/>
              </a:spcBef>
              <a:spcAft>
                <a:spcPts val="0"/>
              </a:spcAft>
              <a:buSzPts val="1400"/>
              <a:buChar char="●"/>
              <a:defRPr/>
            </a:lvl7pPr>
            <a:lvl8pPr marL="3657600" lvl="7" indent="-317500" rtl="0">
              <a:lnSpc>
                <a:spcPct val="115000"/>
              </a:lnSpc>
              <a:spcBef>
                <a:spcPts val="0"/>
              </a:spcBef>
              <a:spcAft>
                <a:spcPts val="0"/>
              </a:spcAft>
              <a:buSzPts val="1400"/>
              <a:buChar char="○"/>
              <a:defRPr/>
            </a:lvl8pPr>
            <a:lvl9pPr marL="4114800" lvl="8" indent="-317500" rtl="0">
              <a:lnSpc>
                <a:spcPct val="115000"/>
              </a:lnSpc>
              <a:spcBef>
                <a:spcPts val="0"/>
              </a:spcBef>
              <a:spcAft>
                <a:spcPts val="0"/>
              </a:spcAft>
              <a:buSzPts val="1400"/>
              <a:buChar char="■"/>
              <a:defRPr/>
            </a:lvl9pPr>
          </a:lstStyle>
          <a:p>
            <a:endParaRPr/>
          </a:p>
        </p:txBody>
      </p:sp>
      <p:sp>
        <p:nvSpPr>
          <p:cNvPr id="52" name="Google Shape;52;p7"/>
          <p:cNvSpPr>
            <a:spLocks noGrp="1"/>
          </p:cNvSpPr>
          <p:nvPr>
            <p:ph type="pic" idx="2"/>
          </p:nvPr>
        </p:nvSpPr>
        <p:spPr>
          <a:xfrm>
            <a:off x="5715849" y="0"/>
            <a:ext cx="3428100" cy="5143500"/>
          </a:xfrm>
          <a:prstGeom prst="rect">
            <a:avLst/>
          </a:prstGeom>
          <a:no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53"/>
        <p:cNvGrpSpPr/>
        <p:nvPr/>
      </p:nvGrpSpPr>
      <p:grpSpPr>
        <a:xfrm>
          <a:off x="0" y="0"/>
          <a:ext cx="0" cy="0"/>
          <a:chOff x="0" y="0"/>
          <a:chExt cx="0" cy="0"/>
        </a:xfrm>
      </p:grpSpPr>
      <p:grpSp>
        <p:nvGrpSpPr>
          <p:cNvPr id="54" name="Google Shape;54;p8"/>
          <p:cNvGrpSpPr/>
          <p:nvPr/>
        </p:nvGrpSpPr>
        <p:grpSpPr>
          <a:xfrm>
            <a:off x="84988" y="78599"/>
            <a:ext cx="8974027" cy="4925051"/>
            <a:chOff x="84988" y="78599"/>
            <a:chExt cx="8974027" cy="4925051"/>
          </a:xfrm>
        </p:grpSpPr>
        <p:pic>
          <p:nvPicPr>
            <p:cNvPr id="55" name="Google Shape;55;p8" title="Sin título-7.png"/>
            <p:cNvPicPr preferRelativeResize="0"/>
            <p:nvPr/>
          </p:nvPicPr>
          <p:blipFill>
            <a:blip r:embed="rId2">
              <a:alphaModFix/>
            </a:blip>
            <a:stretch>
              <a:fillRect/>
            </a:stretch>
          </p:blipFill>
          <p:spPr>
            <a:xfrm>
              <a:off x="84988" y="78599"/>
              <a:ext cx="8974027" cy="4925051"/>
            </a:xfrm>
            <a:prstGeom prst="rect">
              <a:avLst/>
            </a:prstGeom>
            <a:noFill/>
            <a:ln>
              <a:noFill/>
            </a:ln>
          </p:spPr>
        </p:pic>
        <p:pic>
          <p:nvPicPr>
            <p:cNvPr id="56" name="Google Shape;56;p8" title="Sin título-2.png"/>
            <p:cNvPicPr preferRelativeResize="0"/>
            <p:nvPr/>
          </p:nvPicPr>
          <p:blipFill>
            <a:blip r:embed="rId3">
              <a:alphaModFix/>
            </a:blip>
            <a:stretch>
              <a:fillRect/>
            </a:stretch>
          </p:blipFill>
          <p:spPr>
            <a:xfrm>
              <a:off x="270400" y="196675"/>
              <a:ext cx="8645002" cy="308147"/>
            </a:xfrm>
            <a:prstGeom prst="rect">
              <a:avLst/>
            </a:prstGeom>
            <a:noFill/>
            <a:ln>
              <a:noFill/>
            </a:ln>
          </p:spPr>
        </p:pic>
      </p:grpSp>
      <p:sp>
        <p:nvSpPr>
          <p:cNvPr id="57" name="Google Shape;57;p8"/>
          <p:cNvSpPr txBox="1">
            <a:spLocks noGrp="1"/>
          </p:cNvSpPr>
          <p:nvPr>
            <p:ph type="title"/>
          </p:nvPr>
        </p:nvSpPr>
        <p:spPr>
          <a:xfrm>
            <a:off x="1388100" y="1307100"/>
            <a:ext cx="6367800" cy="2529300"/>
          </a:xfrm>
          <a:prstGeom prst="rect">
            <a:avLst/>
          </a:prstGeom>
          <a:ln>
            <a:noFill/>
          </a:ln>
        </p:spPr>
        <p:txBody>
          <a:bodyPr spcFirstLastPara="1" wrap="square" lIns="91425" tIns="91425" rIns="91425" bIns="91425" anchor="ctr" anchorCtr="0">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8"/>
        <p:cNvGrpSpPr/>
        <p:nvPr/>
      </p:nvGrpSpPr>
      <p:grpSpPr>
        <a:xfrm>
          <a:off x="0" y="0"/>
          <a:ext cx="0" cy="0"/>
          <a:chOff x="0" y="0"/>
          <a:chExt cx="0" cy="0"/>
        </a:xfrm>
      </p:grpSpPr>
      <p:grpSp>
        <p:nvGrpSpPr>
          <p:cNvPr id="59" name="Google Shape;59;p9"/>
          <p:cNvGrpSpPr/>
          <p:nvPr/>
        </p:nvGrpSpPr>
        <p:grpSpPr>
          <a:xfrm>
            <a:off x="84988" y="78599"/>
            <a:ext cx="8974027" cy="4925051"/>
            <a:chOff x="84988" y="78599"/>
            <a:chExt cx="8974027" cy="4925051"/>
          </a:xfrm>
        </p:grpSpPr>
        <p:pic>
          <p:nvPicPr>
            <p:cNvPr id="60" name="Google Shape;60;p9" title="Sin título-7.png"/>
            <p:cNvPicPr preferRelativeResize="0"/>
            <p:nvPr/>
          </p:nvPicPr>
          <p:blipFill>
            <a:blip r:embed="rId2">
              <a:alphaModFix/>
            </a:blip>
            <a:stretch>
              <a:fillRect/>
            </a:stretch>
          </p:blipFill>
          <p:spPr>
            <a:xfrm>
              <a:off x="84988" y="78599"/>
              <a:ext cx="8974027" cy="4925051"/>
            </a:xfrm>
            <a:prstGeom prst="rect">
              <a:avLst/>
            </a:prstGeom>
            <a:noFill/>
            <a:ln>
              <a:noFill/>
            </a:ln>
          </p:spPr>
        </p:pic>
        <p:pic>
          <p:nvPicPr>
            <p:cNvPr id="61" name="Google Shape;61;p9" title="Sin título-2.png"/>
            <p:cNvPicPr preferRelativeResize="0"/>
            <p:nvPr/>
          </p:nvPicPr>
          <p:blipFill>
            <a:blip r:embed="rId3">
              <a:alphaModFix/>
            </a:blip>
            <a:stretch>
              <a:fillRect/>
            </a:stretch>
          </p:blipFill>
          <p:spPr>
            <a:xfrm>
              <a:off x="270400" y="196675"/>
              <a:ext cx="8645002" cy="308147"/>
            </a:xfrm>
            <a:prstGeom prst="rect">
              <a:avLst/>
            </a:prstGeom>
            <a:noFill/>
            <a:ln>
              <a:noFill/>
            </a:ln>
          </p:spPr>
        </p:pic>
      </p:grpSp>
      <p:sp>
        <p:nvSpPr>
          <p:cNvPr id="62" name="Google Shape;62;p9"/>
          <p:cNvSpPr txBox="1">
            <a:spLocks noGrp="1"/>
          </p:cNvSpPr>
          <p:nvPr>
            <p:ph type="subTitle" idx="1"/>
          </p:nvPr>
        </p:nvSpPr>
        <p:spPr>
          <a:xfrm>
            <a:off x="720064" y="1580125"/>
            <a:ext cx="3597000" cy="2389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63" name="Google Shape;63;p9"/>
          <p:cNvSpPr txBox="1">
            <a:spLocks noGrp="1"/>
          </p:cNvSpPr>
          <p:nvPr>
            <p:ph type="title"/>
          </p:nvPr>
        </p:nvSpPr>
        <p:spPr>
          <a:xfrm>
            <a:off x="720000" y="445025"/>
            <a:ext cx="7704000" cy="572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2600"/>
              <a:buNone/>
              <a:defRPr sz="2600"/>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64" name="Google Shape;64;p9"/>
          <p:cNvSpPr txBox="1">
            <a:spLocks noGrp="1"/>
          </p:cNvSpPr>
          <p:nvPr>
            <p:ph type="subTitle" idx="2"/>
          </p:nvPr>
        </p:nvSpPr>
        <p:spPr>
          <a:xfrm>
            <a:off x="4826936" y="1580125"/>
            <a:ext cx="3597000" cy="2389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5"/>
        <p:cNvGrpSpPr/>
        <p:nvPr/>
      </p:nvGrpSpPr>
      <p:grpSpPr>
        <a:xfrm>
          <a:off x="0" y="0"/>
          <a:ext cx="0" cy="0"/>
          <a:chOff x="0" y="0"/>
          <a:chExt cx="0" cy="0"/>
        </a:xfrm>
      </p:grpSpPr>
      <p:pic>
        <p:nvPicPr>
          <p:cNvPr id="66" name="Google Shape;66;p10" title="Sin título-7.png"/>
          <p:cNvPicPr preferRelativeResize="0"/>
          <p:nvPr/>
        </p:nvPicPr>
        <p:blipFill>
          <a:blip r:embed="rId2">
            <a:alphaModFix/>
          </a:blip>
          <a:stretch>
            <a:fillRect/>
          </a:stretch>
        </p:blipFill>
        <p:spPr>
          <a:xfrm>
            <a:off x="84988" y="78599"/>
            <a:ext cx="8974027" cy="4925051"/>
          </a:xfrm>
          <a:prstGeom prst="rect">
            <a:avLst/>
          </a:prstGeom>
          <a:noFill/>
          <a:ln>
            <a:noFill/>
          </a:ln>
        </p:spPr>
      </p:pic>
      <p:sp>
        <p:nvSpPr>
          <p:cNvPr id="67" name="Google Shape;67;p10"/>
          <p:cNvSpPr>
            <a:spLocks noGrp="1"/>
          </p:cNvSpPr>
          <p:nvPr>
            <p:ph type="pic" idx="2"/>
          </p:nvPr>
        </p:nvSpPr>
        <p:spPr>
          <a:xfrm>
            <a:off x="191450" y="686275"/>
            <a:ext cx="8758200" cy="4130100"/>
          </a:xfrm>
          <a:prstGeom prst="rect">
            <a:avLst/>
          </a:prstGeom>
          <a:noFill/>
          <a:ln>
            <a:noFill/>
          </a:ln>
        </p:spPr>
      </p:sp>
      <p:sp>
        <p:nvSpPr>
          <p:cNvPr id="68" name="Google Shape;68;p10"/>
          <p:cNvSpPr txBox="1">
            <a:spLocks noGrp="1"/>
          </p:cNvSpPr>
          <p:nvPr>
            <p:ph type="title"/>
          </p:nvPr>
        </p:nvSpPr>
        <p:spPr>
          <a:xfrm>
            <a:off x="6584125" y="3792925"/>
            <a:ext cx="2004000" cy="694500"/>
          </a:xfrm>
          <a:prstGeom prst="rect">
            <a:avLst/>
          </a:prstGeom>
          <a:solidFill>
            <a:schemeClr val="lt1"/>
          </a:solidFill>
          <a:ln>
            <a:noFill/>
          </a:ln>
        </p:spPr>
        <p:txBody>
          <a:bodyPr spcFirstLastPara="1" wrap="square" lIns="91425" tIns="91425" rIns="91425" bIns="91425" anchor="t" anchorCtr="0">
            <a:noAutofit/>
          </a:bodyPr>
          <a:lstStyle>
            <a:lvl1pPr lvl="0" algn="ctr" rtl="0">
              <a:spcBef>
                <a:spcPts val="0"/>
              </a:spcBef>
              <a:spcAft>
                <a:spcPts val="0"/>
              </a:spcAft>
              <a:buSzPts val="3200"/>
              <a:buNone/>
              <a:defRPr sz="1500"/>
            </a:lvl1pPr>
            <a:lvl2pPr lvl="1" algn="ctr" rtl="0">
              <a:spcBef>
                <a:spcPts val="0"/>
              </a:spcBef>
              <a:spcAft>
                <a:spcPts val="0"/>
              </a:spcAft>
              <a:buSzPts val="3200"/>
              <a:buNone/>
              <a:defRPr/>
            </a:lvl2pPr>
            <a:lvl3pPr lvl="2" algn="ctr" rtl="0">
              <a:spcBef>
                <a:spcPts val="0"/>
              </a:spcBef>
              <a:spcAft>
                <a:spcPts val="0"/>
              </a:spcAft>
              <a:buSzPts val="3200"/>
              <a:buNone/>
              <a:defRPr/>
            </a:lvl3pPr>
            <a:lvl4pPr lvl="3" algn="ctr" rtl="0">
              <a:spcBef>
                <a:spcPts val="0"/>
              </a:spcBef>
              <a:spcAft>
                <a:spcPts val="0"/>
              </a:spcAft>
              <a:buSzPts val="3200"/>
              <a:buNone/>
              <a:defRPr/>
            </a:lvl4pPr>
            <a:lvl5pPr lvl="4" algn="ctr" rtl="0">
              <a:spcBef>
                <a:spcPts val="0"/>
              </a:spcBef>
              <a:spcAft>
                <a:spcPts val="0"/>
              </a:spcAft>
              <a:buSzPts val="3200"/>
              <a:buNone/>
              <a:defRPr/>
            </a:lvl5pPr>
            <a:lvl6pPr lvl="5" algn="ctr" rtl="0">
              <a:spcBef>
                <a:spcPts val="0"/>
              </a:spcBef>
              <a:spcAft>
                <a:spcPts val="0"/>
              </a:spcAft>
              <a:buSzPts val="3200"/>
              <a:buNone/>
              <a:defRPr/>
            </a:lvl6pPr>
            <a:lvl7pPr lvl="6" algn="ctr" rtl="0">
              <a:spcBef>
                <a:spcPts val="0"/>
              </a:spcBef>
              <a:spcAft>
                <a:spcPts val="0"/>
              </a:spcAft>
              <a:buSzPts val="3200"/>
              <a:buNone/>
              <a:defRPr/>
            </a:lvl7pPr>
            <a:lvl8pPr lvl="7" algn="ctr" rtl="0">
              <a:spcBef>
                <a:spcPts val="0"/>
              </a:spcBef>
              <a:spcAft>
                <a:spcPts val="0"/>
              </a:spcAft>
              <a:buSzPts val="3200"/>
              <a:buNone/>
              <a:defRPr/>
            </a:lvl8pPr>
            <a:lvl9pPr lvl="8" algn="ctr" rtl="0">
              <a:spcBef>
                <a:spcPts val="0"/>
              </a:spcBef>
              <a:spcAft>
                <a:spcPts val="0"/>
              </a:spcAft>
              <a:buSzPts val="3200"/>
              <a:buNone/>
              <a:defRPr/>
            </a:lvl9pPr>
          </a:lstStyle>
          <a:p>
            <a:endParaRPr/>
          </a:p>
        </p:txBody>
      </p:sp>
      <p:pic>
        <p:nvPicPr>
          <p:cNvPr id="69" name="Google Shape;69;p10" title="Sin título-2.png"/>
          <p:cNvPicPr preferRelativeResize="0"/>
          <p:nvPr/>
        </p:nvPicPr>
        <p:blipFill>
          <a:blip r:embed="rId3">
            <a:alphaModFix/>
          </a:blip>
          <a:stretch>
            <a:fillRect/>
          </a:stretch>
        </p:blipFill>
        <p:spPr>
          <a:xfrm>
            <a:off x="270400" y="196675"/>
            <a:ext cx="8645002" cy="308147"/>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70"/>
        <p:cNvGrpSpPr/>
        <p:nvPr/>
      </p:nvGrpSpPr>
      <p:grpSpPr>
        <a:xfrm>
          <a:off x="0" y="0"/>
          <a:ext cx="0" cy="0"/>
          <a:chOff x="0" y="0"/>
          <a:chExt cx="0" cy="0"/>
        </a:xfrm>
      </p:grpSpPr>
      <p:grpSp>
        <p:nvGrpSpPr>
          <p:cNvPr id="71" name="Google Shape;71;p11"/>
          <p:cNvGrpSpPr/>
          <p:nvPr/>
        </p:nvGrpSpPr>
        <p:grpSpPr>
          <a:xfrm>
            <a:off x="84988" y="78599"/>
            <a:ext cx="8974027" cy="4925051"/>
            <a:chOff x="84988" y="78599"/>
            <a:chExt cx="8974027" cy="4925051"/>
          </a:xfrm>
        </p:grpSpPr>
        <p:pic>
          <p:nvPicPr>
            <p:cNvPr id="72" name="Google Shape;72;p11" title="Sin título-7.png"/>
            <p:cNvPicPr preferRelativeResize="0"/>
            <p:nvPr/>
          </p:nvPicPr>
          <p:blipFill>
            <a:blip r:embed="rId2">
              <a:alphaModFix/>
            </a:blip>
            <a:stretch>
              <a:fillRect/>
            </a:stretch>
          </p:blipFill>
          <p:spPr>
            <a:xfrm>
              <a:off x="84988" y="78599"/>
              <a:ext cx="8974027" cy="4925051"/>
            </a:xfrm>
            <a:prstGeom prst="rect">
              <a:avLst/>
            </a:prstGeom>
            <a:noFill/>
            <a:ln>
              <a:noFill/>
            </a:ln>
          </p:spPr>
        </p:pic>
        <p:pic>
          <p:nvPicPr>
            <p:cNvPr id="73" name="Google Shape;73;p11" title="Sin título-2.png"/>
            <p:cNvPicPr preferRelativeResize="0"/>
            <p:nvPr/>
          </p:nvPicPr>
          <p:blipFill>
            <a:blip r:embed="rId3">
              <a:alphaModFix/>
            </a:blip>
            <a:stretch>
              <a:fillRect/>
            </a:stretch>
          </p:blipFill>
          <p:spPr>
            <a:xfrm>
              <a:off x="270400" y="196675"/>
              <a:ext cx="8645002" cy="308147"/>
            </a:xfrm>
            <a:prstGeom prst="rect">
              <a:avLst/>
            </a:prstGeom>
            <a:noFill/>
            <a:ln>
              <a:noFill/>
            </a:ln>
          </p:spPr>
        </p:pic>
      </p:grpSp>
      <p:sp>
        <p:nvSpPr>
          <p:cNvPr id="74" name="Google Shape;74;p11"/>
          <p:cNvSpPr txBox="1">
            <a:spLocks noGrp="1"/>
          </p:cNvSpPr>
          <p:nvPr>
            <p:ph type="title" hasCustomPrompt="1"/>
          </p:nvPr>
        </p:nvSpPr>
        <p:spPr>
          <a:xfrm>
            <a:off x="1284000" y="1952850"/>
            <a:ext cx="6576000" cy="7995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6000">
                <a:solidFill>
                  <a:schemeClr val="accent1"/>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75" name="Google Shape;75;p11"/>
          <p:cNvSpPr txBox="1">
            <a:spLocks noGrp="1"/>
          </p:cNvSpPr>
          <p:nvPr>
            <p:ph type="subTitle" idx="1"/>
          </p:nvPr>
        </p:nvSpPr>
        <p:spPr>
          <a:xfrm>
            <a:off x="1284000" y="2816250"/>
            <a:ext cx="6576000" cy="3744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76"/>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BLANK_1_1_1_1_2_1">
    <p:spTree>
      <p:nvGrpSpPr>
        <p:cNvPr id="1" name="Shape 77"/>
        <p:cNvGrpSpPr/>
        <p:nvPr/>
      </p:nvGrpSpPr>
      <p:grpSpPr>
        <a:xfrm>
          <a:off x="0" y="0"/>
          <a:ext cx="0" cy="0"/>
          <a:chOff x="0" y="0"/>
          <a:chExt cx="0" cy="0"/>
        </a:xfrm>
      </p:grpSpPr>
      <p:pic>
        <p:nvPicPr>
          <p:cNvPr id="78" name="Google Shape;78;p13" title="Sin título-7.png"/>
          <p:cNvPicPr preferRelativeResize="0"/>
          <p:nvPr/>
        </p:nvPicPr>
        <p:blipFill>
          <a:blip r:embed="rId2">
            <a:alphaModFix/>
          </a:blip>
          <a:stretch>
            <a:fillRect/>
          </a:stretch>
        </p:blipFill>
        <p:spPr>
          <a:xfrm>
            <a:off x="84988" y="78599"/>
            <a:ext cx="8974027" cy="4925051"/>
          </a:xfrm>
          <a:prstGeom prst="rect">
            <a:avLst/>
          </a:prstGeom>
          <a:noFill/>
          <a:ln>
            <a:noFill/>
          </a:ln>
        </p:spPr>
      </p:pic>
      <p:sp>
        <p:nvSpPr>
          <p:cNvPr id="79" name="Google Shape;79;p13"/>
          <p:cNvSpPr txBox="1">
            <a:spLocks noGrp="1"/>
          </p:cNvSpPr>
          <p:nvPr>
            <p:ph type="title"/>
          </p:nvPr>
        </p:nvSpPr>
        <p:spPr>
          <a:xfrm>
            <a:off x="341850" y="654800"/>
            <a:ext cx="8453400" cy="602400"/>
          </a:xfrm>
          <a:prstGeom prst="rect">
            <a:avLst/>
          </a:prstGeom>
        </p:spPr>
        <p:txBody>
          <a:bodyPr spcFirstLastPara="1" wrap="square" lIns="91425" tIns="91425" rIns="91425" bIns="91425" anchor="t"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80" name="Google Shape;80;p13"/>
          <p:cNvSpPr txBox="1">
            <a:spLocks noGrp="1"/>
          </p:cNvSpPr>
          <p:nvPr>
            <p:ph type="subTitle" idx="1"/>
          </p:nvPr>
        </p:nvSpPr>
        <p:spPr>
          <a:xfrm>
            <a:off x="1107250" y="1796625"/>
            <a:ext cx="2799900" cy="539400"/>
          </a:xfrm>
          <a:prstGeom prst="rect">
            <a:avLst/>
          </a:prstGeom>
        </p:spPr>
        <p:txBody>
          <a:bodyPr spcFirstLastPara="1" wrap="square" lIns="91425" tIns="91425" rIns="91425" bIns="91425" anchor="t" anchorCtr="0">
            <a:noAutofit/>
          </a:bodyPr>
          <a:lstStyle>
            <a:lvl1pPr lvl="0">
              <a:lnSpc>
                <a:spcPct val="95000"/>
              </a:lnSpc>
              <a:spcBef>
                <a:spcPts val="0"/>
              </a:spcBef>
              <a:spcAft>
                <a:spcPts val="0"/>
              </a:spcAft>
              <a:buSzPts val="1400"/>
              <a:buFont typeface="Raleway"/>
              <a:buNone/>
              <a:defRPr sz="2300">
                <a:latin typeface="VT323"/>
                <a:ea typeface="VT323"/>
                <a:cs typeface="VT323"/>
                <a:sym typeface="VT323"/>
              </a:defRPr>
            </a:lvl1pPr>
            <a:lvl2pPr lvl="1">
              <a:lnSpc>
                <a:spcPct val="95000"/>
              </a:lnSpc>
              <a:spcBef>
                <a:spcPts val="0"/>
              </a:spcBef>
              <a:spcAft>
                <a:spcPts val="0"/>
              </a:spcAft>
              <a:buSzPts val="1400"/>
              <a:buFont typeface="Raleway"/>
              <a:buNone/>
              <a:defRPr b="1">
                <a:latin typeface="Raleway"/>
                <a:ea typeface="Raleway"/>
                <a:cs typeface="Raleway"/>
                <a:sym typeface="Raleway"/>
              </a:defRPr>
            </a:lvl2pPr>
            <a:lvl3pPr lvl="2">
              <a:lnSpc>
                <a:spcPct val="95000"/>
              </a:lnSpc>
              <a:spcBef>
                <a:spcPts val="0"/>
              </a:spcBef>
              <a:spcAft>
                <a:spcPts val="0"/>
              </a:spcAft>
              <a:buSzPts val="1400"/>
              <a:buFont typeface="Raleway"/>
              <a:buNone/>
              <a:defRPr b="1">
                <a:latin typeface="Raleway"/>
                <a:ea typeface="Raleway"/>
                <a:cs typeface="Raleway"/>
                <a:sym typeface="Raleway"/>
              </a:defRPr>
            </a:lvl3pPr>
            <a:lvl4pPr lvl="3">
              <a:lnSpc>
                <a:spcPct val="95000"/>
              </a:lnSpc>
              <a:spcBef>
                <a:spcPts val="0"/>
              </a:spcBef>
              <a:spcAft>
                <a:spcPts val="0"/>
              </a:spcAft>
              <a:buSzPts val="1400"/>
              <a:buFont typeface="Raleway"/>
              <a:buNone/>
              <a:defRPr b="1">
                <a:latin typeface="Raleway"/>
                <a:ea typeface="Raleway"/>
                <a:cs typeface="Raleway"/>
                <a:sym typeface="Raleway"/>
              </a:defRPr>
            </a:lvl4pPr>
            <a:lvl5pPr lvl="4">
              <a:lnSpc>
                <a:spcPct val="95000"/>
              </a:lnSpc>
              <a:spcBef>
                <a:spcPts val="0"/>
              </a:spcBef>
              <a:spcAft>
                <a:spcPts val="0"/>
              </a:spcAft>
              <a:buSzPts val="1400"/>
              <a:buFont typeface="Raleway"/>
              <a:buNone/>
              <a:defRPr b="1">
                <a:latin typeface="Raleway"/>
                <a:ea typeface="Raleway"/>
                <a:cs typeface="Raleway"/>
                <a:sym typeface="Raleway"/>
              </a:defRPr>
            </a:lvl5pPr>
            <a:lvl6pPr lvl="5">
              <a:lnSpc>
                <a:spcPct val="95000"/>
              </a:lnSpc>
              <a:spcBef>
                <a:spcPts val="0"/>
              </a:spcBef>
              <a:spcAft>
                <a:spcPts val="0"/>
              </a:spcAft>
              <a:buSzPts val="1400"/>
              <a:buFont typeface="Raleway"/>
              <a:buNone/>
              <a:defRPr b="1">
                <a:latin typeface="Raleway"/>
                <a:ea typeface="Raleway"/>
                <a:cs typeface="Raleway"/>
                <a:sym typeface="Raleway"/>
              </a:defRPr>
            </a:lvl6pPr>
            <a:lvl7pPr lvl="6">
              <a:lnSpc>
                <a:spcPct val="95000"/>
              </a:lnSpc>
              <a:spcBef>
                <a:spcPts val="0"/>
              </a:spcBef>
              <a:spcAft>
                <a:spcPts val="0"/>
              </a:spcAft>
              <a:buSzPts val="1400"/>
              <a:buFont typeface="Raleway"/>
              <a:buNone/>
              <a:defRPr b="1">
                <a:latin typeface="Raleway"/>
                <a:ea typeface="Raleway"/>
                <a:cs typeface="Raleway"/>
                <a:sym typeface="Raleway"/>
              </a:defRPr>
            </a:lvl7pPr>
            <a:lvl8pPr lvl="7">
              <a:lnSpc>
                <a:spcPct val="95000"/>
              </a:lnSpc>
              <a:spcBef>
                <a:spcPts val="0"/>
              </a:spcBef>
              <a:spcAft>
                <a:spcPts val="0"/>
              </a:spcAft>
              <a:buSzPts val="1400"/>
              <a:buFont typeface="Raleway"/>
              <a:buNone/>
              <a:defRPr b="1">
                <a:latin typeface="Raleway"/>
                <a:ea typeface="Raleway"/>
                <a:cs typeface="Raleway"/>
                <a:sym typeface="Raleway"/>
              </a:defRPr>
            </a:lvl8pPr>
            <a:lvl9pPr lvl="8">
              <a:lnSpc>
                <a:spcPct val="95000"/>
              </a:lnSpc>
              <a:spcBef>
                <a:spcPts val="0"/>
              </a:spcBef>
              <a:spcAft>
                <a:spcPts val="0"/>
              </a:spcAft>
              <a:buSzPts val="1400"/>
              <a:buFont typeface="Raleway"/>
              <a:buNone/>
              <a:defRPr b="1">
                <a:latin typeface="Raleway"/>
                <a:ea typeface="Raleway"/>
                <a:cs typeface="Raleway"/>
                <a:sym typeface="Raleway"/>
              </a:defRPr>
            </a:lvl9pPr>
          </a:lstStyle>
          <a:p>
            <a:endParaRPr/>
          </a:p>
        </p:txBody>
      </p:sp>
      <p:sp>
        <p:nvSpPr>
          <p:cNvPr id="81" name="Google Shape;81;p13"/>
          <p:cNvSpPr txBox="1">
            <a:spLocks noGrp="1"/>
          </p:cNvSpPr>
          <p:nvPr>
            <p:ph type="subTitle" idx="2"/>
          </p:nvPr>
        </p:nvSpPr>
        <p:spPr>
          <a:xfrm>
            <a:off x="1107250" y="2442833"/>
            <a:ext cx="2799900" cy="539400"/>
          </a:xfrm>
          <a:prstGeom prst="rect">
            <a:avLst/>
          </a:prstGeom>
        </p:spPr>
        <p:txBody>
          <a:bodyPr spcFirstLastPara="1" wrap="square" lIns="91425" tIns="91425" rIns="91425" bIns="91425" anchor="t" anchorCtr="0">
            <a:noAutofit/>
          </a:bodyPr>
          <a:lstStyle>
            <a:lvl1pPr lvl="0">
              <a:lnSpc>
                <a:spcPct val="95000"/>
              </a:lnSpc>
              <a:spcBef>
                <a:spcPts val="0"/>
              </a:spcBef>
              <a:spcAft>
                <a:spcPts val="0"/>
              </a:spcAft>
              <a:buSzPts val="1400"/>
              <a:buFont typeface="Raleway"/>
              <a:buNone/>
              <a:defRPr sz="2300">
                <a:latin typeface="VT323"/>
                <a:ea typeface="VT323"/>
                <a:cs typeface="VT323"/>
                <a:sym typeface="VT323"/>
              </a:defRPr>
            </a:lvl1pPr>
            <a:lvl2pPr lvl="1">
              <a:lnSpc>
                <a:spcPct val="95000"/>
              </a:lnSpc>
              <a:spcBef>
                <a:spcPts val="0"/>
              </a:spcBef>
              <a:spcAft>
                <a:spcPts val="0"/>
              </a:spcAft>
              <a:buSzPts val="1400"/>
              <a:buFont typeface="Raleway"/>
              <a:buNone/>
              <a:defRPr b="1">
                <a:latin typeface="Raleway"/>
                <a:ea typeface="Raleway"/>
                <a:cs typeface="Raleway"/>
                <a:sym typeface="Raleway"/>
              </a:defRPr>
            </a:lvl2pPr>
            <a:lvl3pPr lvl="2">
              <a:lnSpc>
                <a:spcPct val="95000"/>
              </a:lnSpc>
              <a:spcBef>
                <a:spcPts val="0"/>
              </a:spcBef>
              <a:spcAft>
                <a:spcPts val="0"/>
              </a:spcAft>
              <a:buSzPts val="1400"/>
              <a:buFont typeface="Raleway"/>
              <a:buNone/>
              <a:defRPr b="1">
                <a:latin typeface="Raleway"/>
                <a:ea typeface="Raleway"/>
                <a:cs typeface="Raleway"/>
                <a:sym typeface="Raleway"/>
              </a:defRPr>
            </a:lvl3pPr>
            <a:lvl4pPr lvl="3">
              <a:lnSpc>
                <a:spcPct val="95000"/>
              </a:lnSpc>
              <a:spcBef>
                <a:spcPts val="0"/>
              </a:spcBef>
              <a:spcAft>
                <a:spcPts val="0"/>
              </a:spcAft>
              <a:buSzPts val="1400"/>
              <a:buFont typeface="Raleway"/>
              <a:buNone/>
              <a:defRPr b="1">
                <a:latin typeface="Raleway"/>
                <a:ea typeface="Raleway"/>
                <a:cs typeface="Raleway"/>
                <a:sym typeface="Raleway"/>
              </a:defRPr>
            </a:lvl4pPr>
            <a:lvl5pPr lvl="4">
              <a:lnSpc>
                <a:spcPct val="95000"/>
              </a:lnSpc>
              <a:spcBef>
                <a:spcPts val="0"/>
              </a:spcBef>
              <a:spcAft>
                <a:spcPts val="0"/>
              </a:spcAft>
              <a:buSzPts val="1400"/>
              <a:buFont typeface="Raleway"/>
              <a:buNone/>
              <a:defRPr b="1">
                <a:latin typeface="Raleway"/>
                <a:ea typeface="Raleway"/>
                <a:cs typeface="Raleway"/>
                <a:sym typeface="Raleway"/>
              </a:defRPr>
            </a:lvl5pPr>
            <a:lvl6pPr lvl="5">
              <a:lnSpc>
                <a:spcPct val="95000"/>
              </a:lnSpc>
              <a:spcBef>
                <a:spcPts val="0"/>
              </a:spcBef>
              <a:spcAft>
                <a:spcPts val="0"/>
              </a:spcAft>
              <a:buSzPts val="1400"/>
              <a:buFont typeface="Raleway"/>
              <a:buNone/>
              <a:defRPr b="1">
                <a:latin typeface="Raleway"/>
                <a:ea typeface="Raleway"/>
                <a:cs typeface="Raleway"/>
                <a:sym typeface="Raleway"/>
              </a:defRPr>
            </a:lvl6pPr>
            <a:lvl7pPr lvl="6">
              <a:lnSpc>
                <a:spcPct val="95000"/>
              </a:lnSpc>
              <a:spcBef>
                <a:spcPts val="0"/>
              </a:spcBef>
              <a:spcAft>
                <a:spcPts val="0"/>
              </a:spcAft>
              <a:buSzPts val="1400"/>
              <a:buFont typeface="Raleway"/>
              <a:buNone/>
              <a:defRPr b="1">
                <a:latin typeface="Raleway"/>
                <a:ea typeface="Raleway"/>
                <a:cs typeface="Raleway"/>
                <a:sym typeface="Raleway"/>
              </a:defRPr>
            </a:lvl7pPr>
            <a:lvl8pPr lvl="7">
              <a:lnSpc>
                <a:spcPct val="95000"/>
              </a:lnSpc>
              <a:spcBef>
                <a:spcPts val="0"/>
              </a:spcBef>
              <a:spcAft>
                <a:spcPts val="0"/>
              </a:spcAft>
              <a:buSzPts val="1400"/>
              <a:buFont typeface="Raleway"/>
              <a:buNone/>
              <a:defRPr b="1">
                <a:latin typeface="Raleway"/>
                <a:ea typeface="Raleway"/>
                <a:cs typeface="Raleway"/>
                <a:sym typeface="Raleway"/>
              </a:defRPr>
            </a:lvl8pPr>
            <a:lvl9pPr lvl="8">
              <a:lnSpc>
                <a:spcPct val="95000"/>
              </a:lnSpc>
              <a:spcBef>
                <a:spcPts val="0"/>
              </a:spcBef>
              <a:spcAft>
                <a:spcPts val="0"/>
              </a:spcAft>
              <a:buSzPts val="1400"/>
              <a:buFont typeface="Raleway"/>
              <a:buNone/>
              <a:defRPr b="1">
                <a:latin typeface="Raleway"/>
                <a:ea typeface="Raleway"/>
                <a:cs typeface="Raleway"/>
                <a:sym typeface="Raleway"/>
              </a:defRPr>
            </a:lvl9pPr>
          </a:lstStyle>
          <a:p>
            <a:endParaRPr/>
          </a:p>
        </p:txBody>
      </p:sp>
      <p:sp>
        <p:nvSpPr>
          <p:cNvPr id="82" name="Google Shape;82;p13"/>
          <p:cNvSpPr txBox="1">
            <a:spLocks noGrp="1"/>
          </p:cNvSpPr>
          <p:nvPr>
            <p:ph type="subTitle" idx="3"/>
          </p:nvPr>
        </p:nvSpPr>
        <p:spPr>
          <a:xfrm>
            <a:off x="1107250" y="3089042"/>
            <a:ext cx="2799900" cy="539400"/>
          </a:xfrm>
          <a:prstGeom prst="rect">
            <a:avLst/>
          </a:prstGeom>
        </p:spPr>
        <p:txBody>
          <a:bodyPr spcFirstLastPara="1" wrap="square" lIns="91425" tIns="91425" rIns="91425" bIns="91425" anchor="t" anchorCtr="0">
            <a:noAutofit/>
          </a:bodyPr>
          <a:lstStyle>
            <a:lvl1pPr lvl="0">
              <a:lnSpc>
                <a:spcPct val="95000"/>
              </a:lnSpc>
              <a:spcBef>
                <a:spcPts val="0"/>
              </a:spcBef>
              <a:spcAft>
                <a:spcPts val="0"/>
              </a:spcAft>
              <a:buSzPts val="1400"/>
              <a:buFont typeface="Raleway"/>
              <a:buNone/>
              <a:defRPr sz="2300">
                <a:latin typeface="VT323"/>
                <a:ea typeface="VT323"/>
                <a:cs typeface="VT323"/>
                <a:sym typeface="VT323"/>
              </a:defRPr>
            </a:lvl1pPr>
            <a:lvl2pPr lvl="1">
              <a:lnSpc>
                <a:spcPct val="95000"/>
              </a:lnSpc>
              <a:spcBef>
                <a:spcPts val="0"/>
              </a:spcBef>
              <a:spcAft>
                <a:spcPts val="0"/>
              </a:spcAft>
              <a:buSzPts val="1400"/>
              <a:buFont typeface="Raleway"/>
              <a:buNone/>
              <a:defRPr b="1">
                <a:latin typeface="Raleway"/>
                <a:ea typeface="Raleway"/>
                <a:cs typeface="Raleway"/>
                <a:sym typeface="Raleway"/>
              </a:defRPr>
            </a:lvl2pPr>
            <a:lvl3pPr lvl="2">
              <a:lnSpc>
                <a:spcPct val="95000"/>
              </a:lnSpc>
              <a:spcBef>
                <a:spcPts val="0"/>
              </a:spcBef>
              <a:spcAft>
                <a:spcPts val="0"/>
              </a:spcAft>
              <a:buSzPts val="1400"/>
              <a:buFont typeface="Raleway"/>
              <a:buNone/>
              <a:defRPr b="1">
                <a:latin typeface="Raleway"/>
                <a:ea typeface="Raleway"/>
                <a:cs typeface="Raleway"/>
                <a:sym typeface="Raleway"/>
              </a:defRPr>
            </a:lvl3pPr>
            <a:lvl4pPr lvl="3">
              <a:lnSpc>
                <a:spcPct val="95000"/>
              </a:lnSpc>
              <a:spcBef>
                <a:spcPts val="0"/>
              </a:spcBef>
              <a:spcAft>
                <a:spcPts val="0"/>
              </a:spcAft>
              <a:buSzPts val="1400"/>
              <a:buFont typeface="Raleway"/>
              <a:buNone/>
              <a:defRPr b="1">
                <a:latin typeface="Raleway"/>
                <a:ea typeface="Raleway"/>
                <a:cs typeface="Raleway"/>
                <a:sym typeface="Raleway"/>
              </a:defRPr>
            </a:lvl4pPr>
            <a:lvl5pPr lvl="4">
              <a:lnSpc>
                <a:spcPct val="95000"/>
              </a:lnSpc>
              <a:spcBef>
                <a:spcPts val="0"/>
              </a:spcBef>
              <a:spcAft>
                <a:spcPts val="0"/>
              </a:spcAft>
              <a:buSzPts val="1400"/>
              <a:buFont typeface="Raleway"/>
              <a:buNone/>
              <a:defRPr b="1">
                <a:latin typeface="Raleway"/>
                <a:ea typeface="Raleway"/>
                <a:cs typeface="Raleway"/>
                <a:sym typeface="Raleway"/>
              </a:defRPr>
            </a:lvl5pPr>
            <a:lvl6pPr lvl="5">
              <a:lnSpc>
                <a:spcPct val="95000"/>
              </a:lnSpc>
              <a:spcBef>
                <a:spcPts val="0"/>
              </a:spcBef>
              <a:spcAft>
                <a:spcPts val="0"/>
              </a:spcAft>
              <a:buSzPts val="1400"/>
              <a:buFont typeface="Raleway"/>
              <a:buNone/>
              <a:defRPr b="1">
                <a:latin typeface="Raleway"/>
                <a:ea typeface="Raleway"/>
                <a:cs typeface="Raleway"/>
                <a:sym typeface="Raleway"/>
              </a:defRPr>
            </a:lvl6pPr>
            <a:lvl7pPr lvl="6">
              <a:lnSpc>
                <a:spcPct val="95000"/>
              </a:lnSpc>
              <a:spcBef>
                <a:spcPts val="0"/>
              </a:spcBef>
              <a:spcAft>
                <a:spcPts val="0"/>
              </a:spcAft>
              <a:buSzPts val="1400"/>
              <a:buFont typeface="Raleway"/>
              <a:buNone/>
              <a:defRPr b="1">
                <a:latin typeface="Raleway"/>
                <a:ea typeface="Raleway"/>
                <a:cs typeface="Raleway"/>
                <a:sym typeface="Raleway"/>
              </a:defRPr>
            </a:lvl7pPr>
            <a:lvl8pPr lvl="7">
              <a:lnSpc>
                <a:spcPct val="95000"/>
              </a:lnSpc>
              <a:spcBef>
                <a:spcPts val="0"/>
              </a:spcBef>
              <a:spcAft>
                <a:spcPts val="0"/>
              </a:spcAft>
              <a:buSzPts val="1400"/>
              <a:buFont typeface="Raleway"/>
              <a:buNone/>
              <a:defRPr b="1">
                <a:latin typeface="Raleway"/>
                <a:ea typeface="Raleway"/>
                <a:cs typeface="Raleway"/>
                <a:sym typeface="Raleway"/>
              </a:defRPr>
            </a:lvl8pPr>
            <a:lvl9pPr lvl="8">
              <a:lnSpc>
                <a:spcPct val="95000"/>
              </a:lnSpc>
              <a:spcBef>
                <a:spcPts val="0"/>
              </a:spcBef>
              <a:spcAft>
                <a:spcPts val="0"/>
              </a:spcAft>
              <a:buSzPts val="1400"/>
              <a:buFont typeface="Raleway"/>
              <a:buNone/>
              <a:defRPr b="1">
                <a:latin typeface="Raleway"/>
                <a:ea typeface="Raleway"/>
                <a:cs typeface="Raleway"/>
                <a:sym typeface="Raleway"/>
              </a:defRPr>
            </a:lvl9pPr>
          </a:lstStyle>
          <a:p>
            <a:endParaRPr/>
          </a:p>
        </p:txBody>
      </p:sp>
      <p:sp>
        <p:nvSpPr>
          <p:cNvPr id="83" name="Google Shape;83;p13"/>
          <p:cNvSpPr txBox="1">
            <a:spLocks noGrp="1"/>
          </p:cNvSpPr>
          <p:nvPr>
            <p:ph type="subTitle" idx="4"/>
          </p:nvPr>
        </p:nvSpPr>
        <p:spPr>
          <a:xfrm>
            <a:off x="1107250" y="3735250"/>
            <a:ext cx="2799900" cy="539400"/>
          </a:xfrm>
          <a:prstGeom prst="rect">
            <a:avLst/>
          </a:prstGeom>
        </p:spPr>
        <p:txBody>
          <a:bodyPr spcFirstLastPara="1" wrap="square" lIns="91425" tIns="91425" rIns="91425" bIns="91425" anchor="t" anchorCtr="0">
            <a:noAutofit/>
          </a:bodyPr>
          <a:lstStyle>
            <a:lvl1pPr lvl="0">
              <a:lnSpc>
                <a:spcPct val="95000"/>
              </a:lnSpc>
              <a:spcBef>
                <a:spcPts val="0"/>
              </a:spcBef>
              <a:spcAft>
                <a:spcPts val="0"/>
              </a:spcAft>
              <a:buSzPts val="1400"/>
              <a:buFont typeface="Raleway"/>
              <a:buNone/>
              <a:defRPr sz="2300">
                <a:latin typeface="VT323"/>
                <a:ea typeface="VT323"/>
                <a:cs typeface="VT323"/>
                <a:sym typeface="VT323"/>
              </a:defRPr>
            </a:lvl1pPr>
            <a:lvl2pPr lvl="1">
              <a:lnSpc>
                <a:spcPct val="95000"/>
              </a:lnSpc>
              <a:spcBef>
                <a:spcPts val="0"/>
              </a:spcBef>
              <a:spcAft>
                <a:spcPts val="0"/>
              </a:spcAft>
              <a:buSzPts val="1400"/>
              <a:buFont typeface="Raleway"/>
              <a:buNone/>
              <a:defRPr b="1">
                <a:latin typeface="Raleway"/>
                <a:ea typeface="Raleway"/>
                <a:cs typeface="Raleway"/>
                <a:sym typeface="Raleway"/>
              </a:defRPr>
            </a:lvl2pPr>
            <a:lvl3pPr lvl="2">
              <a:lnSpc>
                <a:spcPct val="95000"/>
              </a:lnSpc>
              <a:spcBef>
                <a:spcPts val="0"/>
              </a:spcBef>
              <a:spcAft>
                <a:spcPts val="0"/>
              </a:spcAft>
              <a:buSzPts val="1400"/>
              <a:buFont typeface="Raleway"/>
              <a:buNone/>
              <a:defRPr b="1">
                <a:latin typeface="Raleway"/>
                <a:ea typeface="Raleway"/>
                <a:cs typeface="Raleway"/>
                <a:sym typeface="Raleway"/>
              </a:defRPr>
            </a:lvl3pPr>
            <a:lvl4pPr lvl="3">
              <a:lnSpc>
                <a:spcPct val="95000"/>
              </a:lnSpc>
              <a:spcBef>
                <a:spcPts val="0"/>
              </a:spcBef>
              <a:spcAft>
                <a:spcPts val="0"/>
              </a:spcAft>
              <a:buSzPts val="1400"/>
              <a:buFont typeface="Raleway"/>
              <a:buNone/>
              <a:defRPr b="1">
                <a:latin typeface="Raleway"/>
                <a:ea typeface="Raleway"/>
                <a:cs typeface="Raleway"/>
                <a:sym typeface="Raleway"/>
              </a:defRPr>
            </a:lvl4pPr>
            <a:lvl5pPr lvl="4">
              <a:lnSpc>
                <a:spcPct val="95000"/>
              </a:lnSpc>
              <a:spcBef>
                <a:spcPts val="0"/>
              </a:spcBef>
              <a:spcAft>
                <a:spcPts val="0"/>
              </a:spcAft>
              <a:buSzPts val="1400"/>
              <a:buFont typeface="Raleway"/>
              <a:buNone/>
              <a:defRPr b="1">
                <a:latin typeface="Raleway"/>
                <a:ea typeface="Raleway"/>
                <a:cs typeface="Raleway"/>
                <a:sym typeface="Raleway"/>
              </a:defRPr>
            </a:lvl5pPr>
            <a:lvl6pPr lvl="5">
              <a:lnSpc>
                <a:spcPct val="95000"/>
              </a:lnSpc>
              <a:spcBef>
                <a:spcPts val="0"/>
              </a:spcBef>
              <a:spcAft>
                <a:spcPts val="0"/>
              </a:spcAft>
              <a:buSzPts val="1400"/>
              <a:buFont typeface="Raleway"/>
              <a:buNone/>
              <a:defRPr b="1">
                <a:latin typeface="Raleway"/>
                <a:ea typeface="Raleway"/>
                <a:cs typeface="Raleway"/>
                <a:sym typeface="Raleway"/>
              </a:defRPr>
            </a:lvl6pPr>
            <a:lvl7pPr lvl="6">
              <a:lnSpc>
                <a:spcPct val="95000"/>
              </a:lnSpc>
              <a:spcBef>
                <a:spcPts val="0"/>
              </a:spcBef>
              <a:spcAft>
                <a:spcPts val="0"/>
              </a:spcAft>
              <a:buSzPts val="1400"/>
              <a:buFont typeface="Raleway"/>
              <a:buNone/>
              <a:defRPr b="1">
                <a:latin typeface="Raleway"/>
                <a:ea typeface="Raleway"/>
                <a:cs typeface="Raleway"/>
                <a:sym typeface="Raleway"/>
              </a:defRPr>
            </a:lvl7pPr>
            <a:lvl8pPr lvl="7">
              <a:lnSpc>
                <a:spcPct val="95000"/>
              </a:lnSpc>
              <a:spcBef>
                <a:spcPts val="0"/>
              </a:spcBef>
              <a:spcAft>
                <a:spcPts val="0"/>
              </a:spcAft>
              <a:buSzPts val="1400"/>
              <a:buFont typeface="Raleway"/>
              <a:buNone/>
              <a:defRPr b="1">
                <a:latin typeface="Raleway"/>
                <a:ea typeface="Raleway"/>
                <a:cs typeface="Raleway"/>
                <a:sym typeface="Raleway"/>
              </a:defRPr>
            </a:lvl8pPr>
            <a:lvl9pPr lvl="8">
              <a:lnSpc>
                <a:spcPct val="95000"/>
              </a:lnSpc>
              <a:spcBef>
                <a:spcPts val="0"/>
              </a:spcBef>
              <a:spcAft>
                <a:spcPts val="0"/>
              </a:spcAft>
              <a:buSzPts val="1400"/>
              <a:buFont typeface="Raleway"/>
              <a:buNone/>
              <a:defRPr b="1">
                <a:latin typeface="Raleway"/>
                <a:ea typeface="Raleway"/>
                <a:cs typeface="Raleway"/>
                <a:sym typeface="Raleway"/>
              </a:defRPr>
            </a:lvl9pPr>
          </a:lstStyle>
          <a:p>
            <a:endParaRPr/>
          </a:p>
        </p:txBody>
      </p:sp>
      <p:sp>
        <p:nvSpPr>
          <p:cNvPr id="84" name="Google Shape;84;p13"/>
          <p:cNvSpPr txBox="1">
            <a:spLocks noGrp="1"/>
          </p:cNvSpPr>
          <p:nvPr>
            <p:ph type="subTitle" idx="5"/>
          </p:nvPr>
        </p:nvSpPr>
        <p:spPr>
          <a:xfrm>
            <a:off x="4851600" y="1796625"/>
            <a:ext cx="2799900" cy="539400"/>
          </a:xfrm>
          <a:prstGeom prst="rect">
            <a:avLst/>
          </a:prstGeom>
        </p:spPr>
        <p:txBody>
          <a:bodyPr spcFirstLastPara="1" wrap="square" lIns="91425" tIns="91425" rIns="91425" bIns="91425" anchor="t" anchorCtr="0">
            <a:noAutofit/>
          </a:bodyPr>
          <a:lstStyle>
            <a:lvl1pPr lvl="0">
              <a:lnSpc>
                <a:spcPct val="95000"/>
              </a:lnSpc>
              <a:spcBef>
                <a:spcPts val="0"/>
              </a:spcBef>
              <a:spcAft>
                <a:spcPts val="0"/>
              </a:spcAft>
              <a:buSzPts val="1400"/>
              <a:buFont typeface="Raleway"/>
              <a:buNone/>
              <a:defRPr sz="2300">
                <a:latin typeface="VT323"/>
                <a:ea typeface="VT323"/>
                <a:cs typeface="VT323"/>
                <a:sym typeface="VT323"/>
              </a:defRPr>
            </a:lvl1pPr>
            <a:lvl2pPr lvl="1">
              <a:lnSpc>
                <a:spcPct val="95000"/>
              </a:lnSpc>
              <a:spcBef>
                <a:spcPts val="0"/>
              </a:spcBef>
              <a:spcAft>
                <a:spcPts val="0"/>
              </a:spcAft>
              <a:buSzPts val="1400"/>
              <a:buFont typeface="Raleway"/>
              <a:buNone/>
              <a:defRPr b="1">
                <a:latin typeface="Raleway"/>
                <a:ea typeface="Raleway"/>
                <a:cs typeface="Raleway"/>
                <a:sym typeface="Raleway"/>
              </a:defRPr>
            </a:lvl2pPr>
            <a:lvl3pPr lvl="2">
              <a:lnSpc>
                <a:spcPct val="95000"/>
              </a:lnSpc>
              <a:spcBef>
                <a:spcPts val="0"/>
              </a:spcBef>
              <a:spcAft>
                <a:spcPts val="0"/>
              </a:spcAft>
              <a:buSzPts val="1400"/>
              <a:buFont typeface="Raleway"/>
              <a:buNone/>
              <a:defRPr b="1">
                <a:latin typeface="Raleway"/>
                <a:ea typeface="Raleway"/>
                <a:cs typeface="Raleway"/>
                <a:sym typeface="Raleway"/>
              </a:defRPr>
            </a:lvl3pPr>
            <a:lvl4pPr lvl="3">
              <a:lnSpc>
                <a:spcPct val="95000"/>
              </a:lnSpc>
              <a:spcBef>
                <a:spcPts val="0"/>
              </a:spcBef>
              <a:spcAft>
                <a:spcPts val="0"/>
              </a:spcAft>
              <a:buSzPts val="1400"/>
              <a:buFont typeface="Raleway"/>
              <a:buNone/>
              <a:defRPr b="1">
                <a:latin typeface="Raleway"/>
                <a:ea typeface="Raleway"/>
                <a:cs typeface="Raleway"/>
                <a:sym typeface="Raleway"/>
              </a:defRPr>
            </a:lvl4pPr>
            <a:lvl5pPr lvl="4">
              <a:lnSpc>
                <a:spcPct val="95000"/>
              </a:lnSpc>
              <a:spcBef>
                <a:spcPts val="0"/>
              </a:spcBef>
              <a:spcAft>
                <a:spcPts val="0"/>
              </a:spcAft>
              <a:buSzPts val="1400"/>
              <a:buFont typeface="Raleway"/>
              <a:buNone/>
              <a:defRPr b="1">
                <a:latin typeface="Raleway"/>
                <a:ea typeface="Raleway"/>
                <a:cs typeface="Raleway"/>
                <a:sym typeface="Raleway"/>
              </a:defRPr>
            </a:lvl5pPr>
            <a:lvl6pPr lvl="5">
              <a:lnSpc>
                <a:spcPct val="95000"/>
              </a:lnSpc>
              <a:spcBef>
                <a:spcPts val="0"/>
              </a:spcBef>
              <a:spcAft>
                <a:spcPts val="0"/>
              </a:spcAft>
              <a:buSzPts val="1400"/>
              <a:buFont typeface="Raleway"/>
              <a:buNone/>
              <a:defRPr b="1">
                <a:latin typeface="Raleway"/>
                <a:ea typeface="Raleway"/>
                <a:cs typeface="Raleway"/>
                <a:sym typeface="Raleway"/>
              </a:defRPr>
            </a:lvl6pPr>
            <a:lvl7pPr lvl="6">
              <a:lnSpc>
                <a:spcPct val="95000"/>
              </a:lnSpc>
              <a:spcBef>
                <a:spcPts val="0"/>
              </a:spcBef>
              <a:spcAft>
                <a:spcPts val="0"/>
              </a:spcAft>
              <a:buSzPts val="1400"/>
              <a:buFont typeface="Raleway"/>
              <a:buNone/>
              <a:defRPr b="1">
                <a:latin typeface="Raleway"/>
                <a:ea typeface="Raleway"/>
                <a:cs typeface="Raleway"/>
                <a:sym typeface="Raleway"/>
              </a:defRPr>
            </a:lvl7pPr>
            <a:lvl8pPr lvl="7">
              <a:lnSpc>
                <a:spcPct val="95000"/>
              </a:lnSpc>
              <a:spcBef>
                <a:spcPts val="0"/>
              </a:spcBef>
              <a:spcAft>
                <a:spcPts val="0"/>
              </a:spcAft>
              <a:buSzPts val="1400"/>
              <a:buFont typeface="Raleway"/>
              <a:buNone/>
              <a:defRPr b="1">
                <a:latin typeface="Raleway"/>
                <a:ea typeface="Raleway"/>
                <a:cs typeface="Raleway"/>
                <a:sym typeface="Raleway"/>
              </a:defRPr>
            </a:lvl8pPr>
            <a:lvl9pPr lvl="8">
              <a:lnSpc>
                <a:spcPct val="95000"/>
              </a:lnSpc>
              <a:spcBef>
                <a:spcPts val="0"/>
              </a:spcBef>
              <a:spcAft>
                <a:spcPts val="0"/>
              </a:spcAft>
              <a:buSzPts val="1400"/>
              <a:buFont typeface="Raleway"/>
              <a:buNone/>
              <a:defRPr b="1">
                <a:latin typeface="Raleway"/>
                <a:ea typeface="Raleway"/>
                <a:cs typeface="Raleway"/>
                <a:sym typeface="Raleway"/>
              </a:defRPr>
            </a:lvl9pPr>
          </a:lstStyle>
          <a:p>
            <a:endParaRPr/>
          </a:p>
        </p:txBody>
      </p:sp>
      <p:sp>
        <p:nvSpPr>
          <p:cNvPr id="85" name="Google Shape;85;p13"/>
          <p:cNvSpPr txBox="1">
            <a:spLocks noGrp="1"/>
          </p:cNvSpPr>
          <p:nvPr>
            <p:ph type="subTitle" idx="6"/>
          </p:nvPr>
        </p:nvSpPr>
        <p:spPr>
          <a:xfrm>
            <a:off x="4851600" y="2442831"/>
            <a:ext cx="2799900" cy="539400"/>
          </a:xfrm>
          <a:prstGeom prst="rect">
            <a:avLst/>
          </a:prstGeom>
        </p:spPr>
        <p:txBody>
          <a:bodyPr spcFirstLastPara="1" wrap="square" lIns="91425" tIns="91425" rIns="91425" bIns="91425" anchor="t" anchorCtr="0">
            <a:noAutofit/>
          </a:bodyPr>
          <a:lstStyle>
            <a:lvl1pPr lvl="0">
              <a:lnSpc>
                <a:spcPct val="95000"/>
              </a:lnSpc>
              <a:spcBef>
                <a:spcPts val="0"/>
              </a:spcBef>
              <a:spcAft>
                <a:spcPts val="0"/>
              </a:spcAft>
              <a:buSzPts val="1400"/>
              <a:buFont typeface="Raleway"/>
              <a:buNone/>
              <a:defRPr sz="2300">
                <a:latin typeface="VT323"/>
                <a:ea typeface="VT323"/>
                <a:cs typeface="VT323"/>
                <a:sym typeface="VT323"/>
              </a:defRPr>
            </a:lvl1pPr>
            <a:lvl2pPr lvl="1">
              <a:lnSpc>
                <a:spcPct val="95000"/>
              </a:lnSpc>
              <a:spcBef>
                <a:spcPts val="0"/>
              </a:spcBef>
              <a:spcAft>
                <a:spcPts val="0"/>
              </a:spcAft>
              <a:buSzPts val="1400"/>
              <a:buFont typeface="Raleway"/>
              <a:buNone/>
              <a:defRPr b="1">
                <a:latin typeface="Raleway"/>
                <a:ea typeface="Raleway"/>
                <a:cs typeface="Raleway"/>
                <a:sym typeface="Raleway"/>
              </a:defRPr>
            </a:lvl2pPr>
            <a:lvl3pPr lvl="2">
              <a:lnSpc>
                <a:spcPct val="95000"/>
              </a:lnSpc>
              <a:spcBef>
                <a:spcPts val="0"/>
              </a:spcBef>
              <a:spcAft>
                <a:spcPts val="0"/>
              </a:spcAft>
              <a:buSzPts val="1400"/>
              <a:buFont typeface="Raleway"/>
              <a:buNone/>
              <a:defRPr b="1">
                <a:latin typeface="Raleway"/>
                <a:ea typeface="Raleway"/>
                <a:cs typeface="Raleway"/>
                <a:sym typeface="Raleway"/>
              </a:defRPr>
            </a:lvl3pPr>
            <a:lvl4pPr lvl="3">
              <a:lnSpc>
                <a:spcPct val="95000"/>
              </a:lnSpc>
              <a:spcBef>
                <a:spcPts val="0"/>
              </a:spcBef>
              <a:spcAft>
                <a:spcPts val="0"/>
              </a:spcAft>
              <a:buSzPts val="1400"/>
              <a:buFont typeface="Raleway"/>
              <a:buNone/>
              <a:defRPr b="1">
                <a:latin typeface="Raleway"/>
                <a:ea typeface="Raleway"/>
                <a:cs typeface="Raleway"/>
                <a:sym typeface="Raleway"/>
              </a:defRPr>
            </a:lvl4pPr>
            <a:lvl5pPr lvl="4">
              <a:lnSpc>
                <a:spcPct val="95000"/>
              </a:lnSpc>
              <a:spcBef>
                <a:spcPts val="0"/>
              </a:spcBef>
              <a:spcAft>
                <a:spcPts val="0"/>
              </a:spcAft>
              <a:buSzPts val="1400"/>
              <a:buFont typeface="Raleway"/>
              <a:buNone/>
              <a:defRPr b="1">
                <a:latin typeface="Raleway"/>
                <a:ea typeface="Raleway"/>
                <a:cs typeface="Raleway"/>
                <a:sym typeface="Raleway"/>
              </a:defRPr>
            </a:lvl5pPr>
            <a:lvl6pPr lvl="5">
              <a:lnSpc>
                <a:spcPct val="95000"/>
              </a:lnSpc>
              <a:spcBef>
                <a:spcPts val="0"/>
              </a:spcBef>
              <a:spcAft>
                <a:spcPts val="0"/>
              </a:spcAft>
              <a:buSzPts val="1400"/>
              <a:buFont typeface="Raleway"/>
              <a:buNone/>
              <a:defRPr b="1">
                <a:latin typeface="Raleway"/>
                <a:ea typeface="Raleway"/>
                <a:cs typeface="Raleway"/>
                <a:sym typeface="Raleway"/>
              </a:defRPr>
            </a:lvl6pPr>
            <a:lvl7pPr lvl="6">
              <a:lnSpc>
                <a:spcPct val="95000"/>
              </a:lnSpc>
              <a:spcBef>
                <a:spcPts val="0"/>
              </a:spcBef>
              <a:spcAft>
                <a:spcPts val="0"/>
              </a:spcAft>
              <a:buSzPts val="1400"/>
              <a:buFont typeface="Raleway"/>
              <a:buNone/>
              <a:defRPr b="1">
                <a:latin typeface="Raleway"/>
                <a:ea typeface="Raleway"/>
                <a:cs typeface="Raleway"/>
                <a:sym typeface="Raleway"/>
              </a:defRPr>
            </a:lvl7pPr>
            <a:lvl8pPr lvl="7">
              <a:lnSpc>
                <a:spcPct val="95000"/>
              </a:lnSpc>
              <a:spcBef>
                <a:spcPts val="0"/>
              </a:spcBef>
              <a:spcAft>
                <a:spcPts val="0"/>
              </a:spcAft>
              <a:buSzPts val="1400"/>
              <a:buFont typeface="Raleway"/>
              <a:buNone/>
              <a:defRPr b="1">
                <a:latin typeface="Raleway"/>
                <a:ea typeface="Raleway"/>
                <a:cs typeface="Raleway"/>
                <a:sym typeface="Raleway"/>
              </a:defRPr>
            </a:lvl8pPr>
            <a:lvl9pPr lvl="8">
              <a:lnSpc>
                <a:spcPct val="95000"/>
              </a:lnSpc>
              <a:spcBef>
                <a:spcPts val="0"/>
              </a:spcBef>
              <a:spcAft>
                <a:spcPts val="0"/>
              </a:spcAft>
              <a:buSzPts val="1400"/>
              <a:buFont typeface="Raleway"/>
              <a:buNone/>
              <a:defRPr b="1">
                <a:latin typeface="Raleway"/>
                <a:ea typeface="Raleway"/>
                <a:cs typeface="Raleway"/>
                <a:sym typeface="Raleway"/>
              </a:defRPr>
            </a:lvl9pPr>
          </a:lstStyle>
          <a:p>
            <a:endParaRPr/>
          </a:p>
        </p:txBody>
      </p:sp>
      <p:sp>
        <p:nvSpPr>
          <p:cNvPr id="86" name="Google Shape;86;p13"/>
          <p:cNvSpPr txBox="1">
            <a:spLocks noGrp="1"/>
          </p:cNvSpPr>
          <p:nvPr>
            <p:ph type="subTitle" idx="7"/>
          </p:nvPr>
        </p:nvSpPr>
        <p:spPr>
          <a:xfrm>
            <a:off x="4851600" y="3089037"/>
            <a:ext cx="2799900" cy="539400"/>
          </a:xfrm>
          <a:prstGeom prst="rect">
            <a:avLst/>
          </a:prstGeom>
        </p:spPr>
        <p:txBody>
          <a:bodyPr spcFirstLastPara="1" wrap="square" lIns="91425" tIns="91425" rIns="91425" bIns="91425" anchor="t" anchorCtr="0">
            <a:noAutofit/>
          </a:bodyPr>
          <a:lstStyle>
            <a:lvl1pPr lvl="0">
              <a:lnSpc>
                <a:spcPct val="95000"/>
              </a:lnSpc>
              <a:spcBef>
                <a:spcPts val="0"/>
              </a:spcBef>
              <a:spcAft>
                <a:spcPts val="0"/>
              </a:spcAft>
              <a:buSzPts val="1400"/>
              <a:buFont typeface="Raleway"/>
              <a:buNone/>
              <a:defRPr sz="2300">
                <a:latin typeface="VT323"/>
                <a:ea typeface="VT323"/>
                <a:cs typeface="VT323"/>
                <a:sym typeface="VT323"/>
              </a:defRPr>
            </a:lvl1pPr>
            <a:lvl2pPr lvl="1">
              <a:lnSpc>
                <a:spcPct val="95000"/>
              </a:lnSpc>
              <a:spcBef>
                <a:spcPts val="0"/>
              </a:spcBef>
              <a:spcAft>
                <a:spcPts val="0"/>
              </a:spcAft>
              <a:buSzPts val="1400"/>
              <a:buFont typeface="Raleway"/>
              <a:buNone/>
              <a:defRPr b="1">
                <a:latin typeface="Raleway"/>
                <a:ea typeface="Raleway"/>
                <a:cs typeface="Raleway"/>
                <a:sym typeface="Raleway"/>
              </a:defRPr>
            </a:lvl2pPr>
            <a:lvl3pPr lvl="2">
              <a:lnSpc>
                <a:spcPct val="95000"/>
              </a:lnSpc>
              <a:spcBef>
                <a:spcPts val="0"/>
              </a:spcBef>
              <a:spcAft>
                <a:spcPts val="0"/>
              </a:spcAft>
              <a:buSzPts val="1400"/>
              <a:buFont typeface="Raleway"/>
              <a:buNone/>
              <a:defRPr b="1">
                <a:latin typeface="Raleway"/>
                <a:ea typeface="Raleway"/>
                <a:cs typeface="Raleway"/>
                <a:sym typeface="Raleway"/>
              </a:defRPr>
            </a:lvl3pPr>
            <a:lvl4pPr lvl="3">
              <a:lnSpc>
                <a:spcPct val="95000"/>
              </a:lnSpc>
              <a:spcBef>
                <a:spcPts val="0"/>
              </a:spcBef>
              <a:spcAft>
                <a:spcPts val="0"/>
              </a:spcAft>
              <a:buSzPts val="1400"/>
              <a:buFont typeface="Raleway"/>
              <a:buNone/>
              <a:defRPr b="1">
                <a:latin typeface="Raleway"/>
                <a:ea typeface="Raleway"/>
                <a:cs typeface="Raleway"/>
                <a:sym typeface="Raleway"/>
              </a:defRPr>
            </a:lvl4pPr>
            <a:lvl5pPr lvl="4">
              <a:lnSpc>
                <a:spcPct val="95000"/>
              </a:lnSpc>
              <a:spcBef>
                <a:spcPts val="0"/>
              </a:spcBef>
              <a:spcAft>
                <a:spcPts val="0"/>
              </a:spcAft>
              <a:buSzPts val="1400"/>
              <a:buFont typeface="Raleway"/>
              <a:buNone/>
              <a:defRPr b="1">
                <a:latin typeface="Raleway"/>
                <a:ea typeface="Raleway"/>
                <a:cs typeface="Raleway"/>
                <a:sym typeface="Raleway"/>
              </a:defRPr>
            </a:lvl5pPr>
            <a:lvl6pPr lvl="5">
              <a:lnSpc>
                <a:spcPct val="95000"/>
              </a:lnSpc>
              <a:spcBef>
                <a:spcPts val="0"/>
              </a:spcBef>
              <a:spcAft>
                <a:spcPts val="0"/>
              </a:spcAft>
              <a:buSzPts val="1400"/>
              <a:buFont typeface="Raleway"/>
              <a:buNone/>
              <a:defRPr b="1">
                <a:latin typeface="Raleway"/>
                <a:ea typeface="Raleway"/>
                <a:cs typeface="Raleway"/>
                <a:sym typeface="Raleway"/>
              </a:defRPr>
            </a:lvl6pPr>
            <a:lvl7pPr lvl="6">
              <a:lnSpc>
                <a:spcPct val="95000"/>
              </a:lnSpc>
              <a:spcBef>
                <a:spcPts val="0"/>
              </a:spcBef>
              <a:spcAft>
                <a:spcPts val="0"/>
              </a:spcAft>
              <a:buSzPts val="1400"/>
              <a:buFont typeface="Raleway"/>
              <a:buNone/>
              <a:defRPr b="1">
                <a:latin typeface="Raleway"/>
                <a:ea typeface="Raleway"/>
                <a:cs typeface="Raleway"/>
                <a:sym typeface="Raleway"/>
              </a:defRPr>
            </a:lvl7pPr>
            <a:lvl8pPr lvl="7">
              <a:lnSpc>
                <a:spcPct val="95000"/>
              </a:lnSpc>
              <a:spcBef>
                <a:spcPts val="0"/>
              </a:spcBef>
              <a:spcAft>
                <a:spcPts val="0"/>
              </a:spcAft>
              <a:buSzPts val="1400"/>
              <a:buFont typeface="Raleway"/>
              <a:buNone/>
              <a:defRPr b="1">
                <a:latin typeface="Raleway"/>
                <a:ea typeface="Raleway"/>
                <a:cs typeface="Raleway"/>
                <a:sym typeface="Raleway"/>
              </a:defRPr>
            </a:lvl8pPr>
            <a:lvl9pPr lvl="8">
              <a:lnSpc>
                <a:spcPct val="95000"/>
              </a:lnSpc>
              <a:spcBef>
                <a:spcPts val="0"/>
              </a:spcBef>
              <a:spcAft>
                <a:spcPts val="0"/>
              </a:spcAft>
              <a:buSzPts val="1400"/>
              <a:buFont typeface="Raleway"/>
              <a:buNone/>
              <a:defRPr b="1">
                <a:latin typeface="Raleway"/>
                <a:ea typeface="Raleway"/>
                <a:cs typeface="Raleway"/>
                <a:sym typeface="Raleway"/>
              </a:defRPr>
            </a:lvl9pPr>
          </a:lstStyle>
          <a:p>
            <a:endParaRPr/>
          </a:p>
        </p:txBody>
      </p:sp>
      <p:sp>
        <p:nvSpPr>
          <p:cNvPr id="87" name="Google Shape;87;p13"/>
          <p:cNvSpPr txBox="1">
            <a:spLocks noGrp="1"/>
          </p:cNvSpPr>
          <p:nvPr>
            <p:ph type="subTitle" idx="8"/>
          </p:nvPr>
        </p:nvSpPr>
        <p:spPr>
          <a:xfrm>
            <a:off x="4851600" y="3735244"/>
            <a:ext cx="2799900" cy="539400"/>
          </a:xfrm>
          <a:prstGeom prst="rect">
            <a:avLst/>
          </a:prstGeom>
        </p:spPr>
        <p:txBody>
          <a:bodyPr spcFirstLastPara="1" wrap="square" lIns="91425" tIns="91425" rIns="91425" bIns="91425" anchor="t" anchorCtr="0">
            <a:noAutofit/>
          </a:bodyPr>
          <a:lstStyle>
            <a:lvl1pPr lvl="0">
              <a:lnSpc>
                <a:spcPct val="95000"/>
              </a:lnSpc>
              <a:spcBef>
                <a:spcPts val="0"/>
              </a:spcBef>
              <a:spcAft>
                <a:spcPts val="0"/>
              </a:spcAft>
              <a:buSzPts val="1400"/>
              <a:buFont typeface="Raleway"/>
              <a:buNone/>
              <a:defRPr sz="2300">
                <a:latin typeface="VT323"/>
                <a:ea typeface="VT323"/>
                <a:cs typeface="VT323"/>
                <a:sym typeface="VT323"/>
              </a:defRPr>
            </a:lvl1pPr>
            <a:lvl2pPr lvl="1">
              <a:lnSpc>
                <a:spcPct val="95000"/>
              </a:lnSpc>
              <a:spcBef>
                <a:spcPts val="0"/>
              </a:spcBef>
              <a:spcAft>
                <a:spcPts val="0"/>
              </a:spcAft>
              <a:buSzPts val="1400"/>
              <a:buFont typeface="Raleway"/>
              <a:buNone/>
              <a:defRPr b="1">
                <a:latin typeface="Raleway"/>
                <a:ea typeface="Raleway"/>
                <a:cs typeface="Raleway"/>
                <a:sym typeface="Raleway"/>
              </a:defRPr>
            </a:lvl2pPr>
            <a:lvl3pPr lvl="2">
              <a:lnSpc>
                <a:spcPct val="95000"/>
              </a:lnSpc>
              <a:spcBef>
                <a:spcPts val="0"/>
              </a:spcBef>
              <a:spcAft>
                <a:spcPts val="0"/>
              </a:spcAft>
              <a:buSzPts val="1400"/>
              <a:buFont typeface="Raleway"/>
              <a:buNone/>
              <a:defRPr b="1">
                <a:latin typeface="Raleway"/>
                <a:ea typeface="Raleway"/>
                <a:cs typeface="Raleway"/>
                <a:sym typeface="Raleway"/>
              </a:defRPr>
            </a:lvl3pPr>
            <a:lvl4pPr lvl="3">
              <a:lnSpc>
                <a:spcPct val="95000"/>
              </a:lnSpc>
              <a:spcBef>
                <a:spcPts val="0"/>
              </a:spcBef>
              <a:spcAft>
                <a:spcPts val="0"/>
              </a:spcAft>
              <a:buSzPts val="1400"/>
              <a:buFont typeface="Raleway"/>
              <a:buNone/>
              <a:defRPr b="1">
                <a:latin typeface="Raleway"/>
                <a:ea typeface="Raleway"/>
                <a:cs typeface="Raleway"/>
                <a:sym typeface="Raleway"/>
              </a:defRPr>
            </a:lvl4pPr>
            <a:lvl5pPr lvl="4">
              <a:lnSpc>
                <a:spcPct val="95000"/>
              </a:lnSpc>
              <a:spcBef>
                <a:spcPts val="0"/>
              </a:spcBef>
              <a:spcAft>
                <a:spcPts val="0"/>
              </a:spcAft>
              <a:buSzPts val="1400"/>
              <a:buFont typeface="Raleway"/>
              <a:buNone/>
              <a:defRPr b="1">
                <a:latin typeface="Raleway"/>
                <a:ea typeface="Raleway"/>
                <a:cs typeface="Raleway"/>
                <a:sym typeface="Raleway"/>
              </a:defRPr>
            </a:lvl5pPr>
            <a:lvl6pPr lvl="5">
              <a:lnSpc>
                <a:spcPct val="95000"/>
              </a:lnSpc>
              <a:spcBef>
                <a:spcPts val="0"/>
              </a:spcBef>
              <a:spcAft>
                <a:spcPts val="0"/>
              </a:spcAft>
              <a:buSzPts val="1400"/>
              <a:buFont typeface="Raleway"/>
              <a:buNone/>
              <a:defRPr b="1">
                <a:latin typeface="Raleway"/>
                <a:ea typeface="Raleway"/>
                <a:cs typeface="Raleway"/>
                <a:sym typeface="Raleway"/>
              </a:defRPr>
            </a:lvl6pPr>
            <a:lvl7pPr lvl="6">
              <a:lnSpc>
                <a:spcPct val="95000"/>
              </a:lnSpc>
              <a:spcBef>
                <a:spcPts val="0"/>
              </a:spcBef>
              <a:spcAft>
                <a:spcPts val="0"/>
              </a:spcAft>
              <a:buSzPts val="1400"/>
              <a:buFont typeface="Raleway"/>
              <a:buNone/>
              <a:defRPr b="1">
                <a:latin typeface="Raleway"/>
                <a:ea typeface="Raleway"/>
                <a:cs typeface="Raleway"/>
                <a:sym typeface="Raleway"/>
              </a:defRPr>
            </a:lvl7pPr>
            <a:lvl8pPr lvl="7">
              <a:lnSpc>
                <a:spcPct val="95000"/>
              </a:lnSpc>
              <a:spcBef>
                <a:spcPts val="0"/>
              </a:spcBef>
              <a:spcAft>
                <a:spcPts val="0"/>
              </a:spcAft>
              <a:buSzPts val="1400"/>
              <a:buFont typeface="Raleway"/>
              <a:buNone/>
              <a:defRPr b="1">
                <a:latin typeface="Raleway"/>
                <a:ea typeface="Raleway"/>
                <a:cs typeface="Raleway"/>
                <a:sym typeface="Raleway"/>
              </a:defRPr>
            </a:lvl8pPr>
            <a:lvl9pPr lvl="8">
              <a:lnSpc>
                <a:spcPct val="95000"/>
              </a:lnSpc>
              <a:spcBef>
                <a:spcPts val="0"/>
              </a:spcBef>
              <a:spcAft>
                <a:spcPts val="0"/>
              </a:spcAft>
              <a:buSzPts val="1400"/>
              <a:buFont typeface="Raleway"/>
              <a:buNone/>
              <a:defRPr b="1">
                <a:latin typeface="Raleway"/>
                <a:ea typeface="Raleway"/>
                <a:cs typeface="Raleway"/>
                <a:sym typeface="Raleway"/>
              </a:defRPr>
            </a:lvl9pPr>
          </a:lstStyle>
          <a:p>
            <a:endParaRPr/>
          </a:p>
        </p:txBody>
      </p:sp>
      <p:sp>
        <p:nvSpPr>
          <p:cNvPr id="88" name="Google Shape;88;p13"/>
          <p:cNvSpPr txBox="1">
            <a:spLocks noGrp="1"/>
          </p:cNvSpPr>
          <p:nvPr>
            <p:ph type="title" idx="9" hasCustomPrompt="1"/>
          </p:nvPr>
        </p:nvSpPr>
        <p:spPr>
          <a:xfrm>
            <a:off x="341850" y="3849550"/>
            <a:ext cx="765300" cy="310800"/>
          </a:xfrm>
          <a:prstGeom prst="rect">
            <a:avLst/>
          </a:prstGeom>
          <a:noFill/>
        </p:spPr>
        <p:txBody>
          <a:bodyPr spcFirstLastPara="1" wrap="square" lIns="91425" tIns="91425" rIns="91425" bIns="91425" anchor="ctr" anchorCtr="0">
            <a:noAutofit/>
          </a:bodyPr>
          <a:lstStyle>
            <a:lvl1pPr lvl="0" algn="ctr">
              <a:spcBef>
                <a:spcPts val="0"/>
              </a:spcBef>
              <a:spcAft>
                <a:spcPts val="0"/>
              </a:spcAft>
              <a:buSzPts val="3000"/>
              <a:buNone/>
              <a:defRPr sz="27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89" name="Google Shape;89;p13"/>
          <p:cNvSpPr txBox="1">
            <a:spLocks noGrp="1"/>
          </p:cNvSpPr>
          <p:nvPr>
            <p:ph type="title" idx="13" hasCustomPrompt="1"/>
          </p:nvPr>
        </p:nvSpPr>
        <p:spPr>
          <a:xfrm>
            <a:off x="341850" y="2560850"/>
            <a:ext cx="765300" cy="310800"/>
          </a:xfrm>
          <a:prstGeom prst="rect">
            <a:avLst/>
          </a:prstGeom>
          <a:noFill/>
        </p:spPr>
        <p:txBody>
          <a:bodyPr spcFirstLastPara="1" wrap="square" lIns="91425" tIns="91425" rIns="91425" bIns="91425" anchor="ctr" anchorCtr="0">
            <a:noAutofit/>
          </a:bodyPr>
          <a:lstStyle>
            <a:lvl1pPr lvl="0" algn="ctr">
              <a:spcBef>
                <a:spcPts val="0"/>
              </a:spcBef>
              <a:spcAft>
                <a:spcPts val="0"/>
              </a:spcAft>
              <a:buSzPts val="3000"/>
              <a:buNone/>
              <a:defRPr sz="27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90" name="Google Shape;90;p13"/>
          <p:cNvSpPr txBox="1">
            <a:spLocks noGrp="1"/>
          </p:cNvSpPr>
          <p:nvPr>
            <p:ph type="title" idx="14" hasCustomPrompt="1"/>
          </p:nvPr>
        </p:nvSpPr>
        <p:spPr>
          <a:xfrm>
            <a:off x="342582" y="1916800"/>
            <a:ext cx="764100" cy="310500"/>
          </a:xfrm>
          <a:prstGeom prst="rect">
            <a:avLst/>
          </a:prstGeom>
        </p:spPr>
        <p:txBody>
          <a:bodyPr spcFirstLastPara="1" wrap="square" lIns="91425" tIns="91425" rIns="91425" bIns="91425" anchor="ctr" anchorCtr="0">
            <a:noAutofit/>
          </a:bodyPr>
          <a:lstStyle>
            <a:lvl1pPr lvl="0" algn="ctr">
              <a:spcBef>
                <a:spcPts val="0"/>
              </a:spcBef>
              <a:spcAft>
                <a:spcPts val="0"/>
              </a:spcAft>
              <a:buSzPts val="3000"/>
              <a:buNone/>
              <a:defRPr sz="2700">
                <a:solidFill>
                  <a:schemeClr val="dk2"/>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91" name="Google Shape;91;p13"/>
          <p:cNvSpPr txBox="1">
            <a:spLocks noGrp="1"/>
          </p:cNvSpPr>
          <p:nvPr>
            <p:ph type="title" idx="15" hasCustomPrompt="1"/>
          </p:nvPr>
        </p:nvSpPr>
        <p:spPr>
          <a:xfrm>
            <a:off x="341850" y="3205200"/>
            <a:ext cx="765300" cy="310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000"/>
              <a:buNone/>
              <a:defRPr sz="2700">
                <a:solidFill>
                  <a:schemeClr val="dk2"/>
                </a:solidFill>
              </a:defRPr>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92" name="Google Shape;92;p13"/>
          <p:cNvSpPr txBox="1">
            <a:spLocks noGrp="1"/>
          </p:cNvSpPr>
          <p:nvPr>
            <p:ph type="title" idx="16" hasCustomPrompt="1"/>
          </p:nvPr>
        </p:nvSpPr>
        <p:spPr>
          <a:xfrm>
            <a:off x="3985789" y="2561048"/>
            <a:ext cx="865800" cy="310800"/>
          </a:xfrm>
          <a:prstGeom prst="rect">
            <a:avLst/>
          </a:prstGeom>
          <a:noFill/>
        </p:spPr>
        <p:txBody>
          <a:bodyPr spcFirstLastPara="1" wrap="square" lIns="91425" tIns="91425" rIns="91425" bIns="91425" anchor="ctr" anchorCtr="0">
            <a:noAutofit/>
          </a:bodyPr>
          <a:lstStyle>
            <a:lvl1pPr lvl="0" algn="ctr">
              <a:spcBef>
                <a:spcPts val="0"/>
              </a:spcBef>
              <a:spcAft>
                <a:spcPts val="0"/>
              </a:spcAft>
              <a:buSzPts val="3000"/>
              <a:buNone/>
              <a:defRPr sz="27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93" name="Google Shape;93;p13"/>
          <p:cNvSpPr txBox="1">
            <a:spLocks noGrp="1"/>
          </p:cNvSpPr>
          <p:nvPr>
            <p:ph type="title" idx="17" hasCustomPrompt="1"/>
          </p:nvPr>
        </p:nvSpPr>
        <p:spPr>
          <a:xfrm>
            <a:off x="3985787" y="3205296"/>
            <a:ext cx="865800" cy="310800"/>
          </a:xfrm>
          <a:prstGeom prst="rect">
            <a:avLst/>
          </a:prstGeom>
          <a:noFill/>
        </p:spPr>
        <p:txBody>
          <a:bodyPr spcFirstLastPara="1" wrap="square" lIns="91425" tIns="91425" rIns="91425" bIns="91425" anchor="ctr" anchorCtr="0">
            <a:noAutofit/>
          </a:bodyPr>
          <a:lstStyle>
            <a:lvl1pPr lvl="0" algn="ctr">
              <a:spcBef>
                <a:spcPts val="0"/>
              </a:spcBef>
              <a:spcAft>
                <a:spcPts val="0"/>
              </a:spcAft>
              <a:buSzPts val="3000"/>
              <a:buNone/>
              <a:defRPr sz="27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94" name="Google Shape;94;p13"/>
          <p:cNvSpPr txBox="1">
            <a:spLocks noGrp="1"/>
          </p:cNvSpPr>
          <p:nvPr>
            <p:ph type="title" idx="18" hasCustomPrompt="1"/>
          </p:nvPr>
        </p:nvSpPr>
        <p:spPr>
          <a:xfrm>
            <a:off x="3985789" y="3849544"/>
            <a:ext cx="865800" cy="310800"/>
          </a:xfrm>
          <a:prstGeom prst="rect">
            <a:avLst/>
          </a:prstGeom>
          <a:noFill/>
        </p:spPr>
        <p:txBody>
          <a:bodyPr spcFirstLastPara="1" wrap="square" lIns="91425" tIns="91425" rIns="91425" bIns="91425" anchor="ctr" anchorCtr="0">
            <a:noAutofit/>
          </a:bodyPr>
          <a:lstStyle>
            <a:lvl1pPr lvl="0" algn="ctr">
              <a:spcBef>
                <a:spcPts val="0"/>
              </a:spcBef>
              <a:spcAft>
                <a:spcPts val="0"/>
              </a:spcAft>
              <a:buSzPts val="3000"/>
              <a:buNone/>
              <a:defRPr sz="27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95" name="Google Shape;95;p13"/>
          <p:cNvSpPr txBox="1">
            <a:spLocks noGrp="1"/>
          </p:cNvSpPr>
          <p:nvPr>
            <p:ph type="title" idx="19" hasCustomPrompt="1"/>
          </p:nvPr>
        </p:nvSpPr>
        <p:spPr>
          <a:xfrm>
            <a:off x="3985789" y="1916800"/>
            <a:ext cx="865800" cy="310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000"/>
              <a:buNone/>
              <a:defRPr sz="2700">
                <a:solidFill>
                  <a:schemeClr val="dk2"/>
                </a:solidFill>
              </a:defRPr>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pic>
        <p:nvPicPr>
          <p:cNvPr id="96" name="Google Shape;96;p13" title="Sin título-2.png"/>
          <p:cNvPicPr preferRelativeResize="0"/>
          <p:nvPr/>
        </p:nvPicPr>
        <p:blipFill>
          <a:blip r:embed="rId3">
            <a:alphaModFix/>
          </a:blip>
          <a:stretch>
            <a:fillRect/>
          </a:stretch>
        </p:blipFill>
        <p:spPr>
          <a:xfrm>
            <a:off x="270400" y="196675"/>
            <a:ext cx="8645002" cy="308147"/>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p:cSld name="CUSTOM">
    <p:spTree>
      <p:nvGrpSpPr>
        <p:cNvPr id="1" name="Shape 97"/>
        <p:cNvGrpSpPr/>
        <p:nvPr/>
      </p:nvGrpSpPr>
      <p:grpSpPr>
        <a:xfrm>
          <a:off x="0" y="0"/>
          <a:ext cx="0" cy="0"/>
          <a:chOff x="0" y="0"/>
          <a:chExt cx="0" cy="0"/>
        </a:xfrm>
      </p:grpSpPr>
      <p:pic>
        <p:nvPicPr>
          <p:cNvPr id="98" name="Google Shape;98;p14" title="Sin título-7.png"/>
          <p:cNvPicPr preferRelativeResize="0"/>
          <p:nvPr/>
        </p:nvPicPr>
        <p:blipFill>
          <a:blip r:embed="rId2">
            <a:alphaModFix/>
          </a:blip>
          <a:stretch>
            <a:fillRect/>
          </a:stretch>
        </p:blipFill>
        <p:spPr>
          <a:xfrm>
            <a:off x="84988" y="78599"/>
            <a:ext cx="8974027" cy="4925051"/>
          </a:xfrm>
          <a:prstGeom prst="rect">
            <a:avLst/>
          </a:prstGeom>
          <a:noFill/>
          <a:ln>
            <a:noFill/>
          </a:ln>
        </p:spPr>
      </p:pic>
      <p:sp>
        <p:nvSpPr>
          <p:cNvPr id="99" name="Google Shape;99;p14"/>
          <p:cNvSpPr txBox="1">
            <a:spLocks noGrp="1"/>
          </p:cNvSpPr>
          <p:nvPr>
            <p:ph type="title"/>
          </p:nvPr>
        </p:nvSpPr>
        <p:spPr>
          <a:xfrm>
            <a:off x="679225" y="794675"/>
            <a:ext cx="7866600" cy="698400"/>
          </a:xfrm>
          <a:prstGeom prst="rect">
            <a:avLst/>
          </a:prstGeom>
          <a:ln>
            <a:noFill/>
          </a:ln>
        </p:spPr>
        <p:txBody>
          <a:bodyPr spcFirstLastPara="1" wrap="square" lIns="91425" tIns="91425" rIns="91425" bIns="91425" anchor="t" anchorCtr="0">
            <a:noAutofit/>
          </a:bodyPr>
          <a:lstStyle>
            <a:lvl1pPr lvl="0" algn="l">
              <a:spcBef>
                <a:spcPts val="0"/>
              </a:spcBef>
              <a:spcAft>
                <a:spcPts val="0"/>
              </a:spcAft>
              <a:buSzPts val="3200"/>
              <a:buNone/>
              <a:defRPr sz="4000"/>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100" name="Google Shape;100;p14"/>
          <p:cNvSpPr txBox="1">
            <a:spLocks noGrp="1"/>
          </p:cNvSpPr>
          <p:nvPr>
            <p:ph type="subTitle" idx="1"/>
          </p:nvPr>
        </p:nvSpPr>
        <p:spPr>
          <a:xfrm>
            <a:off x="1522850" y="1816950"/>
            <a:ext cx="6918600" cy="25389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101" name="Google Shape;101;p14" title="Sin título-2.png"/>
          <p:cNvPicPr preferRelativeResize="0"/>
          <p:nvPr/>
        </p:nvPicPr>
        <p:blipFill>
          <a:blip r:embed="rId3">
            <a:alphaModFix/>
          </a:blip>
          <a:stretch>
            <a:fillRect/>
          </a:stretch>
        </p:blipFill>
        <p:spPr>
          <a:xfrm>
            <a:off x="270400" y="196675"/>
            <a:ext cx="8645002" cy="308147"/>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ext 1">
  <p:cSld name="ONE_COLUMN_TEXT_1">
    <p:spTree>
      <p:nvGrpSpPr>
        <p:cNvPr id="1" name="Shape 102"/>
        <p:cNvGrpSpPr/>
        <p:nvPr/>
      </p:nvGrpSpPr>
      <p:grpSpPr>
        <a:xfrm>
          <a:off x="0" y="0"/>
          <a:ext cx="0" cy="0"/>
          <a:chOff x="0" y="0"/>
          <a:chExt cx="0" cy="0"/>
        </a:xfrm>
      </p:grpSpPr>
      <p:pic>
        <p:nvPicPr>
          <p:cNvPr id="103" name="Google Shape;103;p15" title="Sin título-7.png"/>
          <p:cNvPicPr preferRelativeResize="0"/>
          <p:nvPr/>
        </p:nvPicPr>
        <p:blipFill>
          <a:blip r:embed="rId2">
            <a:alphaModFix/>
          </a:blip>
          <a:stretch>
            <a:fillRect/>
          </a:stretch>
        </p:blipFill>
        <p:spPr>
          <a:xfrm>
            <a:off x="84988" y="78599"/>
            <a:ext cx="8974027" cy="4925051"/>
          </a:xfrm>
          <a:prstGeom prst="rect">
            <a:avLst/>
          </a:prstGeom>
          <a:noFill/>
          <a:ln>
            <a:noFill/>
          </a:ln>
        </p:spPr>
      </p:pic>
      <p:sp>
        <p:nvSpPr>
          <p:cNvPr id="104" name="Google Shape;104;p15"/>
          <p:cNvSpPr txBox="1">
            <a:spLocks noGrp="1"/>
          </p:cNvSpPr>
          <p:nvPr>
            <p:ph type="title"/>
          </p:nvPr>
        </p:nvSpPr>
        <p:spPr>
          <a:xfrm>
            <a:off x="3789425" y="795800"/>
            <a:ext cx="4547700" cy="1255500"/>
          </a:xfrm>
          <a:prstGeom prst="rect">
            <a:avLst/>
          </a:prstGeom>
          <a:ln>
            <a:noFill/>
          </a:ln>
        </p:spPr>
        <p:txBody>
          <a:bodyPr spcFirstLastPara="1" wrap="square" lIns="91425" tIns="91425" rIns="91425" bIns="91425" anchor="t" anchorCtr="0">
            <a:noAutofit/>
          </a:bodyPr>
          <a:lstStyle>
            <a:lvl1pPr lvl="0">
              <a:lnSpc>
                <a:spcPct val="80000"/>
              </a:lnSpc>
              <a:spcBef>
                <a:spcPts val="0"/>
              </a:spcBef>
              <a:spcAft>
                <a:spcPts val="0"/>
              </a:spcAft>
              <a:buSzPts val="26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105" name="Google Shape;105;p15"/>
          <p:cNvSpPr txBox="1">
            <a:spLocks noGrp="1"/>
          </p:cNvSpPr>
          <p:nvPr>
            <p:ph type="body" idx="1"/>
          </p:nvPr>
        </p:nvSpPr>
        <p:spPr>
          <a:xfrm>
            <a:off x="3789425" y="2229300"/>
            <a:ext cx="4940100" cy="2532600"/>
          </a:xfrm>
          <a:prstGeom prst="rect">
            <a:avLst/>
          </a:prstGeom>
        </p:spPr>
        <p:txBody>
          <a:bodyPr spcFirstLastPara="1" wrap="square" lIns="91425" tIns="91425" rIns="91425" bIns="91425" anchor="t" anchorCtr="0">
            <a:noAutofit/>
          </a:bodyPr>
          <a:lstStyle>
            <a:lvl1pPr marL="457200" lvl="0" indent="-317500">
              <a:lnSpc>
                <a:spcPct val="100000"/>
              </a:lnSpc>
              <a:spcBef>
                <a:spcPts val="0"/>
              </a:spcBef>
              <a:spcAft>
                <a:spcPts val="0"/>
              </a:spcAft>
              <a:buSzPts val="1400"/>
              <a:buChar char="●"/>
              <a:defRPr sz="1400"/>
            </a:lvl1pPr>
            <a:lvl2pPr marL="914400" lvl="1" indent="-317500">
              <a:lnSpc>
                <a:spcPct val="115000"/>
              </a:lnSpc>
              <a:spcBef>
                <a:spcPts val="0"/>
              </a:spcBef>
              <a:spcAft>
                <a:spcPts val="0"/>
              </a:spcAft>
              <a:buSzPts val="1400"/>
              <a:buChar char="○"/>
              <a:defRPr/>
            </a:lvl2pPr>
            <a:lvl3pPr marL="1371600" lvl="2" indent="-317500">
              <a:lnSpc>
                <a:spcPct val="115000"/>
              </a:lnSpc>
              <a:spcBef>
                <a:spcPts val="0"/>
              </a:spcBef>
              <a:spcAft>
                <a:spcPts val="0"/>
              </a:spcAft>
              <a:buSzPts val="1400"/>
              <a:buChar char="■"/>
              <a:defRPr/>
            </a:lvl3pPr>
            <a:lvl4pPr marL="1828800" lvl="3" indent="-317500">
              <a:lnSpc>
                <a:spcPct val="115000"/>
              </a:lnSpc>
              <a:spcBef>
                <a:spcPts val="0"/>
              </a:spcBef>
              <a:spcAft>
                <a:spcPts val="0"/>
              </a:spcAft>
              <a:buSzPts val="1400"/>
              <a:buChar char="●"/>
              <a:defRPr/>
            </a:lvl4pPr>
            <a:lvl5pPr marL="2286000" lvl="4" indent="-317500">
              <a:lnSpc>
                <a:spcPct val="115000"/>
              </a:lnSpc>
              <a:spcBef>
                <a:spcPts val="0"/>
              </a:spcBef>
              <a:spcAft>
                <a:spcPts val="0"/>
              </a:spcAft>
              <a:buSzPts val="1400"/>
              <a:buChar char="○"/>
              <a:defRPr/>
            </a:lvl5pPr>
            <a:lvl6pPr marL="2743200" lvl="5" indent="-317500">
              <a:lnSpc>
                <a:spcPct val="115000"/>
              </a:lnSpc>
              <a:spcBef>
                <a:spcPts val="0"/>
              </a:spcBef>
              <a:spcAft>
                <a:spcPts val="0"/>
              </a:spcAft>
              <a:buSzPts val="1400"/>
              <a:buChar char="■"/>
              <a:defRPr/>
            </a:lvl6pPr>
            <a:lvl7pPr marL="3200400" lvl="6" indent="-317500">
              <a:lnSpc>
                <a:spcPct val="115000"/>
              </a:lnSpc>
              <a:spcBef>
                <a:spcPts val="0"/>
              </a:spcBef>
              <a:spcAft>
                <a:spcPts val="0"/>
              </a:spcAft>
              <a:buSzPts val="1400"/>
              <a:buChar char="●"/>
              <a:defRPr/>
            </a:lvl7pPr>
            <a:lvl8pPr marL="3657600" lvl="7" indent="-317500">
              <a:lnSpc>
                <a:spcPct val="115000"/>
              </a:lnSpc>
              <a:spcBef>
                <a:spcPts val="0"/>
              </a:spcBef>
              <a:spcAft>
                <a:spcPts val="0"/>
              </a:spcAft>
              <a:buSzPts val="1400"/>
              <a:buChar char="○"/>
              <a:defRPr/>
            </a:lvl8pPr>
            <a:lvl9pPr marL="4114800" lvl="8" indent="-317500">
              <a:lnSpc>
                <a:spcPct val="115000"/>
              </a:lnSpc>
              <a:spcBef>
                <a:spcPts val="0"/>
              </a:spcBef>
              <a:spcAft>
                <a:spcPts val="0"/>
              </a:spcAft>
              <a:buSzPts val="1400"/>
              <a:buChar char="■"/>
              <a:defRPr/>
            </a:lvl9pPr>
          </a:lstStyle>
          <a:p>
            <a:endParaRPr/>
          </a:p>
        </p:txBody>
      </p:sp>
      <p:sp>
        <p:nvSpPr>
          <p:cNvPr id="106" name="Google Shape;106;p15"/>
          <p:cNvSpPr>
            <a:spLocks noGrp="1"/>
          </p:cNvSpPr>
          <p:nvPr>
            <p:ph type="pic" idx="2"/>
          </p:nvPr>
        </p:nvSpPr>
        <p:spPr>
          <a:xfrm>
            <a:off x="522525" y="1195150"/>
            <a:ext cx="2947200" cy="3341400"/>
          </a:xfrm>
          <a:prstGeom prst="rect">
            <a:avLst/>
          </a:prstGeom>
          <a:noFill/>
          <a:ln w="9525" cap="flat" cmpd="sng">
            <a:solidFill>
              <a:schemeClr val="dk2"/>
            </a:solidFill>
            <a:prstDash val="solid"/>
            <a:round/>
            <a:headEnd type="none" w="sm" len="sm"/>
            <a:tailEnd type="none" w="sm" len="sm"/>
          </a:ln>
        </p:spPr>
      </p:sp>
      <p:pic>
        <p:nvPicPr>
          <p:cNvPr id="107" name="Google Shape;107;p15" title="Sin título-2.png"/>
          <p:cNvPicPr preferRelativeResize="0"/>
          <p:nvPr/>
        </p:nvPicPr>
        <p:blipFill>
          <a:blip r:embed="rId3">
            <a:alphaModFix/>
          </a:blip>
          <a:stretch>
            <a:fillRect/>
          </a:stretch>
        </p:blipFill>
        <p:spPr>
          <a:xfrm>
            <a:off x="270400" y="196675"/>
            <a:ext cx="8645002" cy="308147"/>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108"/>
        <p:cNvGrpSpPr/>
        <p:nvPr/>
      </p:nvGrpSpPr>
      <p:grpSpPr>
        <a:xfrm>
          <a:off x="0" y="0"/>
          <a:ext cx="0" cy="0"/>
          <a:chOff x="0" y="0"/>
          <a:chExt cx="0" cy="0"/>
        </a:xfrm>
      </p:grpSpPr>
      <p:pic>
        <p:nvPicPr>
          <p:cNvPr id="109" name="Google Shape;109;p16" title="Sin título-7.png"/>
          <p:cNvPicPr preferRelativeResize="0"/>
          <p:nvPr/>
        </p:nvPicPr>
        <p:blipFill>
          <a:blip r:embed="rId2">
            <a:alphaModFix/>
          </a:blip>
          <a:stretch>
            <a:fillRect/>
          </a:stretch>
        </p:blipFill>
        <p:spPr>
          <a:xfrm>
            <a:off x="84988" y="78599"/>
            <a:ext cx="8974027" cy="4925051"/>
          </a:xfrm>
          <a:prstGeom prst="rect">
            <a:avLst/>
          </a:prstGeom>
          <a:noFill/>
          <a:ln>
            <a:noFill/>
          </a:ln>
        </p:spPr>
      </p:pic>
      <p:sp>
        <p:nvSpPr>
          <p:cNvPr id="110" name="Google Shape;110;p16"/>
          <p:cNvSpPr txBox="1">
            <a:spLocks noGrp="1"/>
          </p:cNvSpPr>
          <p:nvPr>
            <p:ph type="title"/>
          </p:nvPr>
        </p:nvSpPr>
        <p:spPr>
          <a:xfrm>
            <a:off x="341850" y="689750"/>
            <a:ext cx="8460300" cy="5727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26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pic>
        <p:nvPicPr>
          <p:cNvPr id="111" name="Google Shape;111;p16" title="Sin título-2.png"/>
          <p:cNvPicPr preferRelativeResize="0"/>
          <p:nvPr/>
        </p:nvPicPr>
        <p:blipFill>
          <a:blip r:embed="rId3">
            <a:alphaModFix/>
          </a:blip>
          <a:stretch>
            <a:fillRect/>
          </a:stretch>
        </p:blipFill>
        <p:spPr>
          <a:xfrm>
            <a:off x="270400" y="196675"/>
            <a:ext cx="8645002" cy="308147"/>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2">
  <p:cSld name="TITLE_ONLY_2">
    <p:spTree>
      <p:nvGrpSpPr>
        <p:cNvPr id="1" name="Shape 112"/>
        <p:cNvGrpSpPr/>
        <p:nvPr/>
      </p:nvGrpSpPr>
      <p:grpSpPr>
        <a:xfrm>
          <a:off x="0" y="0"/>
          <a:ext cx="0" cy="0"/>
          <a:chOff x="0" y="0"/>
          <a:chExt cx="0" cy="0"/>
        </a:xfrm>
      </p:grpSpPr>
      <p:grpSp>
        <p:nvGrpSpPr>
          <p:cNvPr id="113" name="Google Shape;113;p17"/>
          <p:cNvGrpSpPr/>
          <p:nvPr/>
        </p:nvGrpSpPr>
        <p:grpSpPr>
          <a:xfrm>
            <a:off x="84988" y="78599"/>
            <a:ext cx="8974027" cy="4925051"/>
            <a:chOff x="84988" y="78599"/>
            <a:chExt cx="8974027" cy="4925051"/>
          </a:xfrm>
        </p:grpSpPr>
        <p:pic>
          <p:nvPicPr>
            <p:cNvPr id="114" name="Google Shape;114;p17" title="Sin título-7.png"/>
            <p:cNvPicPr preferRelativeResize="0"/>
            <p:nvPr/>
          </p:nvPicPr>
          <p:blipFill>
            <a:blip r:embed="rId2">
              <a:alphaModFix/>
            </a:blip>
            <a:stretch>
              <a:fillRect/>
            </a:stretch>
          </p:blipFill>
          <p:spPr>
            <a:xfrm>
              <a:off x="84988" y="78599"/>
              <a:ext cx="8974027" cy="4925051"/>
            </a:xfrm>
            <a:prstGeom prst="rect">
              <a:avLst/>
            </a:prstGeom>
            <a:noFill/>
            <a:ln>
              <a:noFill/>
            </a:ln>
          </p:spPr>
        </p:pic>
        <p:pic>
          <p:nvPicPr>
            <p:cNvPr id="115" name="Google Shape;115;p17" title="Sin título-2.png"/>
            <p:cNvPicPr preferRelativeResize="0"/>
            <p:nvPr/>
          </p:nvPicPr>
          <p:blipFill>
            <a:blip r:embed="rId3">
              <a:alphaModFix/>
            </a:blip>
            <a:stretch>
              <a:fillRect/>
            </a:stretch>
          </p:blipFill>
          <p:spPr>
            <a:xfrm>
              <a:off x="270400" y="196675"/>
              <a:ext cx="8645002" cy="308147"/>
            </a:xfrm>
            <a:prstGeom prst="rect">
              <a:avLst/>
            </a:prstGeom>
            <a:noFill/>
            <a:ln>
              <a:noFill/>
            </a:ln>
          </p:spPr>
        </p:pic>
      </p:grpSp>
      <p:sp>
        <p:nvSpPr>
          <p:cNvPr id="116" name="Google Shape;116;p17"/>
          <p:cNvSpPr txBox="1">
            <a:spLocks noGrp="1"/>
          </p:cNvSpPr>
          <p:nvPr>
            <p:ph type="title"/>
          </p:nvPr>
        </p:nvSpPr>
        <p:spPr>
          <a:xfrm>
            <a:off x="720000" y="445025"/>
            <a:ext cx="7704000" cy="572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2600"/>
              <a:buNone/>
              <a:defRPr sz="2600"/>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hree columns">
  <p:cSld name="BLANK_1_1_1_2">
    <p:spTree>
      <p:nvGrpSpPr>
        <p:cNvPr id="1" name="Shape 117"/>
        <p:cNvGrpSpPr/>
        <p:nvPr/>
      </p:nvGrpSpPr>
      <p:grpSpPr>
        <a:xfrm>
          <a:off x="0" y="0"/>
          <a:ext cx="0" cy="0"/>
          <a:chOff x="0" y="0"/>
          <a:chExt cx="0" cy="0"/>
        </a:xfrm>
      </p:grpSpPr>
      <p:pic>
        <p:nvPicPr>
          <p:cNvPr id="118" name="Google Shape;118;p18" title="Sin título-7.png"/>
          <p:cNvPicPr preferRelativeResize="0"/>
          <p:nvPr/>
        </p:nvPicPr>
        <p:blipFill>
          <a:blip r:embed="rId2">
            <a:alphaModFix/>
          </a:blip>
          <a:stretch>
            <a:fillRect/>
          </a:stretch>
        </p:blipFill>
        <p:spPr>
          <a:xfrm>
            <a:off x="84988" y="78599"/>
            <a:ext cx="8974027" cy="4925051"/>
          </a:xfrm>
          <a:prstGeom prst="rect">
            <a:avLst/>
          </a:prstGeom>
          <a:noFill/>
          <a:ln>
            <a:noFill/>
          </a:ln>
        </p:spPr>
      </p:pic>
      <p:sp>
        <p:nvSpPr>
          <p:cNvPr id="119" name="Google Shape;119;p18"/>
          <p:cNvSpPr txBox="1">
            <a:spLocks noGrp="1"/>
          </p:cNvSpPr>
          <p:nvPr>
            <p:ph type="subTitle" idx="1"/>
          </p:nvPr>
        </p:nvSpPr>
        <p:spPr>
          <a:xfrm>
            <a:off x="3145041" y="2118945"/>
            <a:ext cx="2599200" cy="20100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2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20" name="Google Shape;120;p18"/>
          <p:cNvSpPr txBox="1">
            <a:spLocks noGrp="1"/>
          </p:cNvSpPr>
          <p:nvPr>
            <p:ph type="subTitle" idx="2"/>
          </p:nvPr>
        </p:nvSpPr>
        <p:spPr>
          <a:xfrm>
            <a:off x="341850" y="2118945"/>
            <a:ext cx="2599200" cy="20100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2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21" name="Google Shape;121;p18"/>
          <p:cNvSpPr txBox="1">
            <a:spLocks noGrp="1"/>
          </p:cNvSpPr>
          <p:nvPr>
            <p:ph type="subTitle" idx="3"/>
          </p:nvPr>
        </p:nvSpPr>
        <p:spPr>
          <a:xfrm>
            <a:off x="5948257" y="2118945"/>
            <a:ext cx="2599200" cy="20100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2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22" name="Google Shape;122;p18"/>
          <p:cNvSpPr txBox="1">
            <a:spLocks noGrp="1"/>
          </p:cNvSpPr>
          <p:nvPr>
            <p:ph type="title" hasCustomPrompt="1"/>
          </p:nvPr>
        </p:nvSpPr>
        <p:spPr>
          <a:xfrm>
            <a:off x="3144432" y="1706300"/>
            <a:ext cx="698700" cy="310800"/>
          </a:xfrm>
          <a:prstGeom prst="rect">
            <a:avLst/>
          </a:prstGeom>
          <a:noFill/>
        </p:spPr>
        <p:txBody>
          <a:bodyPr spcFirstLastPara="1" wrap="square" lIns="91425" tIns="91425" rIns="91425" bIns="91425" anchor="ctr" anchorCtr="0">
            <a:noAutofit/>
          </a:bodyPr>
          <a:lstStyle>
            <a:lvl1pPr lvl="0">
              <a:spcBef>
                <a:spcPts val="0"/>
              </a:spcBef>
              <a:spcAft>
                <a:spcPts val="0"/>
              </a:spcAft>
              <a:buSzPts val="3000"/>
              <a:buNone/>
              <a:defRPr sz="23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23" name="Google Shape;123;p18"/>
          <p:cNvSpPr txBox="1">
            <a:spLocks noGrp="1"/>
          </p:cNvSpPr>
          <p:nvPr>
            <p:ph type="title" idx="4" hasCustomPrompt="1"/>
          </p:nvPr>
        </p:nvSpPr>
        <p:spPr>
          <a:xfrm>
            <a:off x="341854" y="1706450"/>
            <a:ext cx="697500" cy="3105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sz="2300">
                <a:solidFill>
                  <a:schemeClr val="dk2"/>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24" name="Google Shape;124;p18"/>
          <p:cNvSpPr txBox="1">
            <a:spLocks noGrp="1"/>
          </p:cNvSpPr>
          <p:nvPr>
            <p:ph type="title" idx="5" hasCustomPrompt="1"/>
          </p:nvPr>
        </p:nvSpPr>
        <p:spPr>
          <a:xfrm>
            <a:off x="5948295" y="1706300"/>
            <a:ext cx="698700" cy="3108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sz="2300">
                <a:solidFill>
                  <a:schemeClr val="dk2"/>
                </a:solidFill>
              </a:defRPr>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125" name="Google Shape;125;p18"/>
          <p:cNvSpPr txBox="1">
            <a:spLocks noGrp="1"/>
          </p:cNvSpPr>
          <p:nvPr>
            <p:ph type="title" idx="6"/>
          </p:nvPr>
        </p:nvSpPr>
        <p:spPr>
          <a:xfrm>
            <a:off x="341850" y="654800"/>
            <a:ext cx="8249700" cy="602700"/>
          </a:xfrm>
          <a:prstGeom prst="rect">
            <a:avLst/>
          </a:prstGeom>
          <a:ln>
            <a:noFill/>
          </a:ln>
        </p:spPr>
        <p:txBody>
          <a:bodyPr spcFirstLastPara="1" wrap="square" lIns="91425" tIns="91425" rIns="91425" bIns="91425" anchor="t" anchorCtr="0">
            <a:noAutofit/>
          </a:bodyPr>
          <a:lstStyle>
            <a:lvl1pPr lvl="0">
              <a:spcBef>
                <a:spcPts val="0"/>
              </a:spcBef>
              <a:spcAft>
                <a:spcPts val="0"/>
              </a:spcAft>
              <a:buSzPts val="26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pic>
        <p:nvPicPr>
          <p:cNvPr id="126" name="Google Shape;126;p18" title="Sin título-2.png"/>
          <p:cNvPicPr preferRelativeResize="0"/>
          <p:nvPr/>
        </p:nvPicPr>
        <p:blipFill>
          <a:blip r:embed="rId3">
            <a:alphaModFix/>
          </a:blip>
          <a:stretch>
            <a:fillRect/>
          </a:stretch>
        </p:blipFill>
        <p:spPr>
          <a:xfrm>
            <a:off x="270400" y="196675"/>
            <a:ext cx="8645002" cy="308147"/>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159"/>
        <p:cNvGrpSpPr/>
        <p:nvPr/>
      </p:nvGrpSpPr>
      <p:grpSpPr>
        <a:xfrm>
          <a:off x="0" y="0"/>
          <a:ext cx="0" cy="0"/>
          <a:chOff x="0" y="0"/>
          <a:chExt cx="0" cy="0"/>
        </a:xfrm>
      </p:grpSpPr>
      <p:grpSp>
        <p:nvGrpSpPr>
          <p:cNvPr id="160" name="Google Shape;160;p22"/>
          <p:cNvGrpSpPr/>
          <p:nvPr/>
        </p:nvGrpSpPr>
        <p:grpSpPr>
          <a:xfrm>
            <a:off x="84988" y="78599"/>
            <a:ext cx="8974027" cy="4925051"/>
            <a:chOff x="84988" y="78599"/>
            <a:chExt cx="8974027" cy="4925051"/>
          </a:xfrm>
        </p:grpSpPr>
        <p:pic>
          <p:nvPicPr>
            <p:cNvPr id="161" name="Google Shape;161;p22" title="Sin título-7.png"/>
            <p:cNvPicPr preferRelativeResize="0"/>
            <p:nvPr/>
          </p:nvPicPr>
          <p:blipFill>
            <a:blip r:embed="rId2">
              <a:alphaModFix/>
            </a:blip>
            <a:stretch>
              <a:fillRect/>
            </a:stretch>
          </p:blipFill>
          <p:spPr>
            <a:xfrm>
              <a:off x="84988" y="78599"/>
              <a:ext cx="8974027" cy="4925051"/>
            </a:xfrm>
            <a:prstGeom prst="rect">
              <a:avLst/>
            </a:prstGeom>
            <a:noFill/>
            <a:ln>
              <a:noFill/>
            </a:ln>
          </p:spPr>
        </p:pic>
        <p:pic>
          <p:nvPicPr>
            <p:cNvPr id="162" name="Google Shape;162;p22" title="Sin título-2.png"/>
            <p:cNvPicPr preferRelativeResize="0"/>
            <p:nvPr/>
          </p:nvPicPr>
          <p:blipFill>
            <a:blip r:embed="rId3">
              <a:alphaModFix/>
            </a:blip>
            <a:stretch>
              <a:fillRect/>
            </a:stretch>
          </p:blipFill>
          <p:spPr>
            <a:xfrm>
              <a:off x="270400" y="196675"/>
              <a:ext cx="8645002" cy="308147"/>
            </a:xfrm>
            <a:prstGeom prst="rect">
              <a:avLst/>
            </a:prstGeom>
            <a:noFill/>
            <a:ln>
              <a:noFill/>
            </a:ln>
          </p:spPr>
        </p:pic>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16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200"/>
              <a:buFont typeface="VT323"/>
              <a:buNone/>
              <a:defRPr sz="3200">
                <a:solidFill>
                  <a:schemeClr val="dk1"/>
                </a:solidFill>
                <a:latin typeface="VT323"/>
                <a:ea typeface="VT323"/>
                <a:cs typeface="VT323"/>
                <a:sym typeface="VT323"/>
              </a:defRPr>
            </a:lvl1pPr>
            <a:lvl2pPr lvl="1" rtl="0">
              <a:spcBef>
                <a:spcPts val="0"/>
              </a:spcBef>
              <a:spcAft>
                <a:spcPts val="0"/>
              </a:spcAft>
              <a:buClr>
                <a:schemeClr val="dk1"/>
              </a:buClr>
              <a:buSzPts val="3200"/>
              <a:buFont typeface="VT323"/>
              <a:buNone/>
              <a:defRPr sz="3200">
                <a:solidFill>
                  <a:schemeClr val="dk1"/>
                </a:solidFill>
                <a:latin typeface="VT323"/>
                <a:ea typeface="VT323"/>
                <a:cs typeface="VT323"/>
                <a:sym typeface="VT323"/>
              </a:defRPr>
            </a:lvl2pPr>
            <a:lvl3pPr lvl="2" rtl="0">
              <a:spcBef>
                <a:spcPts val="0"/>
              </a:spcBef>
              <a:spcAft>
                <a:spcPts val="0"/>
              </a:spcAft>
              <a:buClr>
                <a:schemeClr val="dk1"/>
              </a:buClr>
              <a:buSzPts val="3200"/>
              <a:buFont typeface="VT323"/>
              <a:buNone/>
              <a:defRPr sz="3200">
                <a:solidFill>
                  <a:schemeClr val="dk1"/>
                </a:solidFill>
                <a:latin typeface="VT323"/>
                <a:ea typeface="VT323"/>
                <a:cs typeface="VT323"/>
                <a:sym typeface="VT323"/>
              </a:defRPr>
            </a:lvl3pPr>
            <a:lvl4pPr lvl="3" rtl="0">
              <a:spcBef>
                <a:spcPts val="0"/>
              </a:spcBef>
              <a:spcAft>
                <a:spcPts val="0"/>
              </a:spcAft>
              <a:buClr>
                <a:schemeClr val="dk1"/>
              </a:buClr>
              <a:buSzPts val="3200"/>
              <a:buFont typeface="VT323"/>
              <a:buNone/>
              <a:defRPr sz="3200">
                <a:solidFill>
                  <a:schemeClr val="dk1"/>
                </a:solidFill>
                <a:latin typeface="VT323"/>
                <a:ea typeface="VT323"/>
                <a:cs typeface="VT323"/>
                <a:sym typeface="VT323"/>
              </a:defRPr>
            </a:lvl4pPr>
            <a:lvl5pPr lvl="4" rtl="0">
              <a:spcBef>
                <a:spcPts val="0"/>
              </a:spcBef>
              <a:spcAft>
                <a:spcPts val="0"/>
              </a:spcAft>
              <a:buClr>
                <a:schemeClr val="dk1"/>
              </a:buClr>
              <a:buSzPts val="3200"/>
              <a:buFont typeface="VT323"/>
              <a:buNone/>
              <a:defRPr sz="3200">
                <a:solidFill>
                  <a:schemeClr val="dk1"/>
                </a:solidFill>
                <a:latin typeface="VT323"/>
                <a:ea typeface="VT323"/>
                <a:cs typeface="VT323"/>
                <a:sym typeface="VT323"/>
              </a:defRPr>
            </a:lvl5pPr>
            <a:lvl6pPr lvl="5" rtl="0">
              <a:spcBef>
                <a:spcPts val="0"/>
              </a:spcBef>
              <a:spcAft>
                <a:spcPts val="0"/>
              </a:spcAft>
              <a:buClr>
                <a:schemeClr val="dk1"/>
              </a:buClr>
              <a:buSzPts val="3200"/>
              <a:buFont typeface="VT323"/>
              <a:buNone/>
              <a:defRPr sz="3200">
                <a:solidFill>
                  <a:schemeClr val="dk1"/>
                </a:solidFill>
                <a:latin typeface="VT323"/>
                <a:ea typeface="VT323"/>
                <a:cs typeface="VT323"/>
                <a:sym typeface="VT323"/>
              </a:defRPr>
            </a:lvl6pPr>
            <a:lvl7pPr lvl="6" rtl="0">
              <a:spcBef>
                <a:spcPts val="0"/>
              </a:spcBef>
              <a:spcAft>
                <a:spcPts val="0"/>
              </a:spcAft>
              <a:buClr>
                <a:schemeClr val="dk1"/>
              </a:buClr>
              <a:buSzPts val="3200"/>
              <a:buFont typeface="VT323"/>
              <a:buNone/>
              <a:defRPr sz="3200">
                <a:solidFill>
                  <a:schemeClr val="dk1"/>
                </a:solidFill>
                <a:latin typeface="VT323"/>
                <a:ea typeface="VT323"/>
                <a:cs typeface="VT323"/>
                <a:sym typeface="VT323"/>
              </a:defRPr>
            </a:lvl7pPr>
            <a:lvl8pPr lvl="7" rtl="0">
              <a:spcBef>
                <a:spcPts val="0"/>
              </a:spcBef>
              <a:spcAft>
                <a:spcPts val="0"/>
              </a:spcAft>
              <a:buClr>
                <a:schemeClr val="dk1"/>
              </a:buClr>
              <a:buSzPts val="3200"/>
              <a:buFont typeface="VT323"/>
              <a:buNone/>
              <a:defRPr sz="3200">
                <a:solidFill>
                  <a:schemeClr val="dk1"/>
                </a:solidFill>
                <a:latin typeface="VT323"/>
                <a:ea typeface="VT323"/>
                <a:cs typeface="VT323"/>
                <a:sym typeface="VT323"/>
              </a:defRPr>
            </a:lvl8pPr>
            <a:lvl9pPr lvl="8" rtl="0">
              <a:spcBef>
                <a:spcPts val="0"/>
              </a:spcBef>
              <a:spcAft>
                <a:spcPts val="0"/>
              </a:spcAft>
              <a:buClr>
                <a:schemeClr val="dk1"/>
              </a:buClr>
              <a:buSzPts val="3200"/>
              <a:buFont typeface="VT323"/>
              <a:buNone/>
              <a:defRPr sz="3200">
                <a:solidFill>
                  <a:schemeClr val="dk1"/>
                </a:solidFill>
                <a:latin typeface="VT323"/>
                <a:ea typeface="VT323"/>
                <a:cs typeface="VT323"/>
                <a:sym typeface="VT323"/>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Roboto Mono"/>
              <a:buChar char="●"/>
              <a:defRPr>
                <a:solidFill>
                  <a:schemeClr val="dk1"/>
                </a:solidFill>
                <a:latin typeface="Roboto Mono"/>
                <a:ea typeface="Roboto Mono"/>
                <a:cs typeface="Roboto Mono"/>
                <a:sym typeface="Roboto Mono"/>
              </a:defRPr>
            </a:lvl1pPr>
            <a:lvl2pPr marL="914400" lvl="1" indent="-317500">
              <a:lnSpc>
                <a:spcPct val="100000"/>
              </a:lnSpc>
              <a:spcBef>
                <a:spcPts val="0"/>
              </a:spcBef>
              <a:spcAft>
                <a:spcPts val="0"/>
              </a:spcAft>
              <a:buClr>
                <a:schemeClr val="dk1"/>
              </a:buClr>
              <a:buSzPts val="1400"/>
              <a:buFont typeface="Roboto Mono"/>
              <a:buChar char="○"/>
              <a:defRPr>
                <a:solidFill>
                  <a:schemeClr val="dk1"/>
                </a:solidFill>
                <a:latin typeface="Roboto Mono"/>
                <a:ea typeface="Roboto Mono"/>
                <a:cs typeface="Roboto Mono"/>
                <a:sym typeface="Roboto Mono"/>
              </a:defRPr>
            </a:lvl2pPr>
            <a:lvl3pPr marL="1371600" lvl="2" indent="-317500">
              <a:lnSpc>
                <a:spcPct val="100000"/>
              </a:lnSpc>
              <a:spcBef>
                <a:spcPts val="0"/>
              </a:spcBef>
              <a:spcAft>
                <a:spcPts val="0"/>
              </a:spcAft>
              <a:buClr>
                <a:schemeClr val="dk1"/>
              </a:buClr>
              <a:buSzPts val="1400"/>
              <a:buFont typeface="Roboto Mono"/>
              <a:buChar char="■"/>
              <a:defRPr>
                <a:solidFill>
                  <a:schemeClr val="dk1"/>
                </a:solidFill>
                <a:latin typeface="Roboto Mono"/>
                <a:ea typeface="Roboto Mono"/>
                <a:cs typeface="Roboto Mono"/>
                <a:sym typeface="Roboto Mono"/>
              </a:defRPr>
            </a:lvl3pPr>
            <a:lvl4pPr marL="1828800" lvl="3" indent="-317500">
              <a:lnSpc>
                <a:spcPct val="100000"/>
              </a:lnSpc>
              <a:spcBef>
                <a:spcPts val="0"/>
              </a:spcBef>
              <a:spcAft>
                <a:spcPts val="0"/>
              </a:spcAft>
              <a:buClr>
                <a:schemeClr val="dk1"/>
              </a:buClr>
              <a:buSzPts val="1400"/>
              <a:buFont typeface="Roboto Mono"/>
              <a:buChar char="●"/>
              <a:defRPr>
                <a:solidFill>
                  <a:schemeClr val="dk1"/>
                </a:solidFill>
                <a:latin typeface="Roboto Mono"/>
                <a:ea typeface="Roboto Mono"/>
                <a:cs typeface="Roboto Mono"/>
                <a:sym typeface="Roboto Mono"/>
              </a:defRPr>
            </a:lvl4pPr>
            <a:lvl5pPr marL="2286000" lvl="4" indent="-317500">
              <a:lnSpc>
                <a:spcPct val="100000"/>
              </a:lnSpc>
              <a:spcBef>
                <a:spcPts val="0"/>
              </a:spcBef>
              <a:spcAft>
                <a:spcPts val="0"/>
              </a:spcAft>
              <a:buClr>
                <a:schemeClr val="dk1"/>
              </a:buClr>
              <a:buSzPts val="1400"/>
              <a:buFont typeface="Roboto Mono"/>
              <a:buChar char="○"/>
              <a:defRPr>
                <a:solidFill>
                  <a:schemeClr val="dk1"/>
                </a:solidFill>
                <a:latin typeface="Roboto Mono"/>
                <a:ea typeface="Roboto Mono"/>
                <a:cs typeface="Roboto Mono"/>
                <a:sym typeface="Roboto Mono"/>
              </a:defRPr>
            </a:lvl5pPr>
            <a:lvl6pPr marL="2743200" lvl="5" indent="-317500">
              <a:lnSpc>
                <a:spcPct val="100000"/>
              </a:lnSpc>
              <a:spcBef>
                <a:spcPts val="0"/>
              </a:spcBef>
              <a:spcAft>
                <a:spcPts val="0"/>
              </a:spcAft>
              <a:buClr>
                <a:schemeClr val="dk1"/>
              </a:buClr>
              <a:buSzPts val="1400"/>
              <a:buFont typeface="Roboto Mono"/>
              <a:buChar char="■"/>
              <a:defRPr>
                <a:solidFill>
                  <a:schemeClr val="dk1"/>
                </a:solidFill>
                <a:latin typeface="Roboto Mono"/>
                <a:ea typeface="Roboto Mono"/>
                <a:cs typeface="Roboto Mono"/>
                <a:sym typeface="Roboto Mono"/>
              </a:defRPr>
            </a:lvl6pPr>
            <a:lvl7pPr marL="3200400" lvl="6" indent="-317500">
              <a:lnSpc>
                <a:spcPct val="100000"/>
              </a:lnSpc>
              <a:spcBef>
                <a:spcPts val="0"/>
              </a:spcBef>
              <a:spcAft>
                <a:spcPts val="0"/>
              </a:spcAft>
              <a:buClr>
                <a:schemeClr val="dk1"/>
              </a:buClr>
              <a:buSzPts val="1400"/>
              <a:buFont typeface="Roboto Mono"/>
              <a:buChar char="●"/>
              <a:defRPr>
                <a:solidFill>
                  <a:schemeClr val="dk1"/>
                </a:solidFill>
                <a:latin typeface="Roboto Mono"/>
                <a:ea typeface="Roboto Mono"/>
                <a:cs typeface="Roboto Mono"/>
                <a:sym typeface="Roboto Mono"/>
              </a:defRPr>
            </a:lvl7pPr>
            <a:lvl8pPr marL="3657600" lvl="7" indent="-317500">
              <a:lnSpc>
                <a:spcPct val="100000"/>
              </a:lnSpc>
              <a:spcBef>
                <a:spcPts val="0"/>
              </a:spcBef>
              <a:spcAft>
                <a:spcPts val="0"/>
              </a:spcAft>
              <a:buClr>
                <a:schemeClr val="dk1"/>
              </a:buClr>
              <a:buSzPts val="1400"/>
              <a:buFont typeface="Roboto Mono"/>
              <a:buChar char="○"/>
              <a:defRPr>
                <a:solidFill>
                  <a:schemeClr val="dk1"/>
                </a:solidFill>
                <a:latin typeface="Roboto Mono"/>
                <a:ea typeface="Roboto Mono"/>
                <a:cs typeface="Roboto Mono"/>
                <a:sym typeface="Roboto Mono"/>
              </a:defRPr>
            </a:lvl8pPr>
            <a:lvl9pPr marL="4114800" lvl="8" indent="-317500">
              <a:lnSpc>
                <a:spcPct val="100000"/>
              </a:lnSpc>
              <a:spcBef>
                <a:spcPts val="0"/>
              </a:spcBef>
              <a:spcAft>
                <a:spcPts val="0"/>
              </a:spcAft>
              <a:buClr>
                <a:schemeClr val="dk1"/>
              </a:buClr>
              <a:buSzPts val="1400"/>
              <a:buFont typeface="Roboto Mono"/>
              <a:buChar char="■"/>
              <a:defRPr>
                <a:solidFill>
                  <a:schemeClr val="dk1"/>
                </a:solidFill>
                <a:latin typeface="Roboto Mono"/>
                <a:ea typeface="Roboto Mono"/>
                <a:cs typeface="Roboto Mono"/>
                <a:sym typeface="Roboto Mon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8" r:id="rId18"/>
    <p:sldLayoutId id="2147483669" r:id="rId1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xml"/><Relationship Id="rId1" Type="http://schemas.openxmlformats.org/officeDocument/2006/relationships/slideLayout" Target="../slideLayouts/slideLayout14.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3.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5.xml"/><Relationship Id="rId1" Type="http://schemas.openxmlformats.org/officeDocument/2006/relationships/slideLayout" Target="../slideLayouts/slideLayout13.xml"/><Relationship Id="rId4" Type="http://schemas.openxmlformats.org/officeDocument/2006/relationships/image" Target="../media/image21.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1.xml"/><Relationship Id="rId1" Type="http://schemas.openxmlformats.org/officeDocument/2006/relationships/slideLayout" Target="../slideLayouts/slideLayout13.xml"/><Relationship Id="rId5" Type="http://schemas.openxmlformats.org/officeDocument/2006/relationships/image" Target="../media/image26.png"/><Relationship Id="rId4" Type="http://schemas.openxmlformats.org/officeDocument/2006/relationships/image" Target="../media/image25.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3.xml"/><Relationship Id="rId1" Type="http://schemas.openxmlformats.org/officeDocument/2006/relationships/slideLayout" Target="../slideLayouts/slideLayout13.xml"/><Relationship Id="rId4" Type="http://schemas.openxmlformats.org/officeDocument/2006/relationships/image" Target="../media/image28.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5.xml"/><Relationship Id="rId1" Type="http://schemas.openxmlformats.org/officeDocument/2006/relationships/slideLayout" Target="../slideLayouts/slideLayout13.xml"/><Relationship Id="rId4" Type="http://schemas.openxmlformats.org/officeDocument/2006/relationships/image" Target="../media/image30.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1.xml"/><Relationship Id="rId1" Type="http://schemas.openxmlformats.org/officeDocument/2006/relationships/slideLayout" Target="../slideLayouts/slideLayout13.xml"/><Relationship Id="rId4" Type="http://schemas.openxmlformats.org/officeDocument/2006/relationships/image" Target="../media/image34.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46.xml"/><Relationship Id="rId1" Type="http://schemas.openxmlformats.org/officeDocument/2006/relationships/slideLayout" Target="../slideLayouts/slideLayout18.xml"/></Relationships>
</file>

<file path=ppt/slides/_rels/slide4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7.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8.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9.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0.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1.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2.xml"/><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3.xml"/><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54.xml"/><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55.xml"/><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56.xml"/><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57.xml"/><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80" name="Google Shape;180;p28"/>
          <p:cNvSpPr txBox="1">
            <a:spLocks noGrp="1"/>
          </p:cNvSpPr>
          <p:nvPr>
            <p:ph type="ctrTitle"/>
          </p:nvPr>
        </p:nvSpPr>
        <p:spPr>
          <a:xfrm>
            <a:off x="606800" y="849600"/>
            <a:ext cx="5060700" cy="2462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Python</a:t>
            </a:r>
            <a:endParaRPr dirty="0"/>
          </a:p>
        </p:txBody>
      </p:sp>
      <p:sp>
        <p:nvSpPr>
          <p:cNvPr id="181" name="Google Shape;181;p28"/>
          <p:cNvSpPr txBox="1">
            <a:spLocks noGrp="1"/>
          </p:cNvSpPr>
          <p:nvPr>
            <p:ph type="subTitle" idx="1"/>
          </p:nvPr>
        </p:nvSpPr>
        <p:spPr>
          <a:xfrm>
            <a:off x="606800" y="3364900"/>
            <a:ext cx="5265680" cy="11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présenté par : Nouamane Lahlal - Karim Lahlou</a:t>
            </a:r>
            <a:endParaRPr lang="en-GB" dirty="0"/>
          </a:p>
        </p:txBody>
      </p:sp>
      <p:sp>
        <p:nvSpPr>
          <p:cNvPr id="182" name="Google Shape;182;p28"/>
          <p:cNvSpPr txBox="1"/>
          <p:nvPr/>
        </p:nvSpPr>
        <p:spPr>
          <a:xfrm>
            <a:off x="435854" y="205291"/>
            <a:ext cx="4475400" cy="265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1600" dirty="0">
                <a:solidFill>
                  <a:schemeClr val="dk1"/>
                </a:solidFill>
                <a:latin typeface="VT323"/>
                <a:ea typeface="VT323"/>
                <a:cs typeface="VT323"/>
                <a:sym typeface="VT323"/>
              </a:rPr>
              <a:t>Python</a:t>
            </a:r>
            <a:endParaRPr sz="1600" dirty="0">
              <a:solidFill>
                <a:schemeClr val="dk1"/>
              </a:solidFill>
              <a:latin typeface="VT323"/>
              <a:ea typeface="VT323"/>
              <a:cs typeface="VT323"/>
              <a:sym typeface="VT323"/>
            </a:endParaRPr>
          </a:p>
        </p:txBody>
      </p:sp>
      <p:pic>
        <p:nvPicPr>
          <p:cNvPr id="5" name="Picture Placeholder 4">
            <a:extLst>
              <a:ext uri="{FF2B5EF4-FFF2-40B4-BE49-F238E27FC236}">
                <a16:creationId xmlns:a16="http://schemas.microsoft.com/office/drawing/2014/main" id="{7D3808C8-814D-4EAA-9CAC-2DC324DC4044}"/>
              </a:ext>
            </a:extLst>
          </p:cNvPr>
          <p:cNvPicPr>
            <a:picLocks noGrp="1" noChangeAspect="1"/>
          </p:cNvPicPr>
          <p:nvPr>
            <p:ph type="pic" idx="2"/>
          </p:nvPr>
        </p:nvPicPr>
        <p:blipFill>
          <a:blip r:embed="rId3"/>
          <a:srcRect l="19919" r="19919"/>
          <a:stretch>
            <a:fillRect/>
          </a:stretch>
        </p:blip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30"/>
          <p:cNvSpPr txBox="1">
            <a:spLocks noGrp="1"/>
          </p:cNvSpPr>
          <p:nvPr>
            <p:ph type="title"/>
          </p:nvPr>
        </p:nvSpPr>
        <p:spPr>
          <a:xfrm>
            <a:off x="341850" y="654800"/>
            <a:ext cx="8453400" cy="602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Table of contents</a:t>
            </a:r>
            <a:endParaRPr b="0"/>
          </a:p>
        </p:txBody>
      </p:sp>
      <p:sp>
        <p:nvSpPr>
          <p:cNvPr id="229" name="Google Shape;229;p30"/>
          <p:cNvSpPr txBox="1">
            <a:spLocks noGrp="1"/>
          </p:cNvSpPr>
          <p:nvPr>
            <p:ph type="subTitle" idx="1"/>
          </p:nvPr>
        </p:nvSpPr>
        <p:spPr>
          <a:xfrm>
            <a:off x="1107250" y="1303865"/>
            <a:ext cx="2799900" cy="539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What is python?</a:t>
            </a:r>
            <a:endParaRPr dirty="0"/>
          </a:p>
        </p:txBody>
      </p:sp>
      <p:sp>
        <p:nvSpPr>
          <p:cNvPr id="230" name="Google Shape;230;p30"/>
          <p:cNvSpPr txBox="1">
            <a:spLocks noGrp="1"/>
          </p:cNvSpPr>
          <p:nvPr>
            <p:ph type="subTitle" idx="2"/>
          </p:nvPr>
        </p:nvSpPr>
        <p:spPr>
          <a:xfrm>
            <a:off x="1107250" y="1950073"/>
            <a:ext cx="2799900" cy="539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The Basics</a:t>
            </a:r>
            <a:endParaRPr dirty="0"/>
          </a:p>
        </p:txBody>
      </p:sp>
      <p:sp>
        <p:nvSpPr>
          <p:cNvPr id="231" name="Google Shape;231;p30"/>
          <p:cNvSpPr txBox="1">
            <a:spLocks noGrp="1"/>
          </p:cNvSpPr>
          <p:nvPr>
            <p:ph type="subTitle" idx="3"/>
          </p:nvPr>
        </p:nvSpPr>
        <p:spPr>
          <a:xfrm>
            <a:off x="1107250" y="2596282"/>
            <a:ext cx="2799900" cy="539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Data Types</a:t>
            </a:r>
            <a:endParaRPr dirty="0"/>
          </a:p>
        </p:txBody>
      </p:sp>
      <p:sp>
        <p:nvSpPr>
          <p:cNvPr id="232" name="Google Shape;232;p30"/>
          <p:cNvSpPr txBox="1">
            <a:spLocks noGrp="1"/>
          </p:cNvSpPr>
          <p:nvPr>
            <p:ph type="subTitle" idx="4"/>
          </p:nvPr>
        </p:nvSpPr>
        <p:spPr>
          <a:xfrm>
            <a:off x="1107250" y="3242490"/>
            <a:ext cx="2799900" cy="539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Python Terms</a:t>
            </a:r>
            <a:endParaRPr dirty="0"/>
          </a:p>
        </p:txBody>
      </p:sp>
      <p:sp>
        <p:nvSpPr>
          <p:cNvPr id="233" name="Google Shape;233;p30"/>
          <p:cNvSpPr txBox="1">
            <a:spLocks noGrp="1"/>
          </p:cNvSpPr>
          <p:nvPr>
            <p:ph type="subTitle" idx="5"/>
          </p:nvPr>
        </p:nvSpPr>
        <p:spPr>
          <a:xfrm>
            <a:off x="3794962" y="1303865"/>
            <a:ext cx="2799900" cy="539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Variables</a:t>
            </a:r>
            <a:endParaRPr lang="en-GB" dirty="0"/>
          </a:p>
        </p:txBody>
      </p:sp>
      <p:sp>
        <p:nvSpPr>
          <p:cNvPr id="234" name="Google Shape;234;p30"/>
          <p:cNvSpPr txBox="1">
            <a:spLocks noGrp="1"/>
          </p:cNvSpPr>
          <p:nvPr>
            <p:ph type="subTitle" idx="6"/>
          </p:nvPr>
        </p:nvSpPr>
        <p:spPr>
          <a:xfrm>
            <a:off x="3794962" y="1950071"/>
            <a:ext cx="2799900" cy="539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String</a:t>
            </a:r>
            <a:endParaRPr dirty="0"/>
          </a:p>
        </p:txBody>
      </p:sp>
      <p:sp>
        <p:nvSpPr>
          <p:cNvPr id="235" name="Google Shape;235;p30"/>
          <p:cNvSpPr txBox="1">
            <a:spLocks noGrp="1"/>
          </p:cNvSpPr>
          <p:nvPr>
            <p:ph type="subTitle" idx="7"/>
          </p:nvPr>
        </p:nvSpPr>
        <p:spPr>
          <a:xfrm>
            <a:off x="3794962" y="2596277"/>
            <a:ext cx="2799900" cy="539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Operators</a:t>
            </a:r>
            <a:endParaRPr dirty="0"/>
          </a:p>
        </p:txBody>
      </p:sp>
      <p:sp>
        <p:nvSpPr>
          <p:cNvPr id="236" name="Google Shape;236;p30"/>
          <p:cNvSpPr txBox="1">
            <a:spLocks noGrp="1"/>
          </p:cNvSpPr>
          <p:nvPr>
            <p:ph type="subTitle" idx="8"/>
          </p:nvPr>
        </p:nvSpPr>
        <p:spPr>
          <a:xfrm>
            <a:off x="3794962" y="3242484"/>
            <a:ext cx="2799900" cy="539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Conditional </a:t>
            </a:r>
          </a:p>
          <a:p>
            <a:pPr marL="0" lvl="0" indent="0" algn="l" rtl="0">
              <a:spcBef>
                <a:spcPts val="0"/>
              </a:spcBef>
              <a:spcAft>
                <a:spcPts val="0"/>
              </a:spcAft>
              <a:buNone/>
            </a:pPr>
            <a:r>
              <a:rPr lang="en-GB" dirty="0"/>
              <a:t>Statements</a:t>
            </a:r>
          </a:p>
          <a:p>
            <a:pPr marL="0" lvl="0" indent="0" algn="l" rtl="0">
              <a:spcBef>
                <a:spcPts val="0"/>
              </a:spcBef>
              <a:spcAft>
                <a:spcPts val="0"/>
              </a:spcAft>
              <a:buNone/>
            </a:pPr>
            <a:endParaRPr dirty="0"/>
          </a:p>
        </p:txBody>
      </p:sp>
      <p:sp>
        <p:nvSpPr>
          <p:cNvPr id="237" name="Google Shape;237;p30"/>
          <p:cNvSpPr txBox="1">
            <a:spLocks noGrp="1"/>
          </p:cNvSpPr>
          <p:nvPr>
            <p:ph type="title" idx="9"/>
          </p:nvPr>
        </p:nvSpPr>
        <p:spPr>
          <a:xfrm>
            <a:off x="341850" y="3356790"/>
            <a:ext cx="765300" cy="310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
        <p:nvSpPr>
          <p:cNvPr id="238" name="Google Shape;238;p30"/>
          <p:cNvSpPr txBox="1">
            <a:spLocks noGrp="1"/>
          </p:cNvSpPr>
          <p:nvPr>
            <p:ph type="title" idx="13"/>
          </p:nvPr>
        </p:nvSpPr>
        <p:spPr>
          <a:xfrm>
            <a:off x="341850" y="2068090"/>
            <a:ext cx="765300" cy="310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239" name="Google Shape;239;p30"/>
          <p:cNvSpPr txBox="1">
            <a:spLocks noGrp="1"/>
          </p:cNvSpPr>
          <p:nvPr>
            <p:ph type="title" idx="14"/>
          </p:nvPr>
        </p:nvSpPr>
        <p:spPr>
          <a:xfrm>
            <a:off x="342582" y="1424040"/>
            <a:ext cx="764100" cy="310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01</a:t>
            </a:r>
            <a:endParaRPr dirty="0"/>
          </a:p>
        </p:txBody>
      </p:sp>
      <p:sp>
        <p:nvSpPr>
          <p:cNvPr id="240" name="Google Shape;240;p30"/>
          <p:cNvSpPr txBox="1">
            <a:spLocks noGrp="1"/>
          </p:cNvSpPr>
          <p:nvPr>
            <p:ph type="title" idx="15"/>
          </p:nvPr>
        </p:nvSpPr>
        <p:spPr>
          <a:xfrm>
            <a:off x="341850" y="2712440"/>
            <a:ext cx="765300" cy="310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241" name="Google Shape;241;p30"/>
          <p:cNvSpPr txBox="1">
            <a:spLocks noGrp="1"/>
          </p:cNvSpPr>
          <p:nvPr>
            <p:ph type="title" idx="16"/>
          </p:nvPr>
        </p:nvSpPr>
        <p:spPr>
          <a:xfrm>
            <a:off x="2929151" y="2068288"/>
            <a:ext cx="865800" cy="310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06</a:t>
            </a:r>
            <a:endParaRPr dirty="0"/>
          </a:p>
        </p:txBody>
      </p:sp>
      <p:sp>
        <p:nvSpPr>
          <p:cNvPr id="242" name="Google Shape;242;p30"/>
          <p:cNvSpPr txBox="1">
            <a:spLocks noGrp="1"/>
          </p:cNvSpPr>
          <p:nvPr>
            <p:ph type="title" idx="17"/>
          </p:nvPr>
        </p:nvSpPr>
        <p:spPr>
          <a:xfrm>
            <a:off x="2929149" y="2712536"/>
            <a:ext cx="865800" cy="310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07</a:t>
            </a:r>
            <a:endParaRPr/>
          </a:p>
        </p:txBody>
      </p:sp>
      <p:sp>
        <p:nvSpPr>
          <p:cNvPr id="243" name="Google Shape;243;p30"/>
          <p:cNvSpPr txBox="1">
            <a:spLocks noGrp="1"/>
          </p:cNvSpPr>
          <p:nvPr>
            <p:ph type="title" idx="18"/>
          </p:nvPr>
        </p:nvSpPr>
        <p:spPr>
          <a:xfrm>
            <a:off x="2929151" y="3356784"/>
            <a:ext cx="865800" cy="310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08</a:t>
            </a:r>
            <a:endParaRPr/>
          </a:p>
        </p:txBody>
      </p:sp>
      <p:sp>
        <p:nvSpPr>
          <p:cNvPr id="244" name="Google Shape;244;p30"/>
          <p:cNvSpPr txBox="1">
            <a:spLocks noGrp="1"/>
          </p:cNvSpPr>
          <p:nvPr>
            <p:ph type="title" idx="19"/>
          </p:nvPr>
        </p:nvSpPr>
        <p:spPr>
          <a:xfrm>
            <a:off x="2929151" y="1424040"/>
            <a:ext cx="865800" cy="310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05</a:t>
            </a:r>
            <a:endParaRPr/>
          </a:p>
        </p:txBody>
      </p:sp>
      <p:sp>
        <p:nvSpPr>
          <p:cNvPr id="19" name="Google Shape;233;p30">
            <a:extLst>
              <a:ext uri="{FF2B5EF4-FFF2-40B4-BE49-F238E27FC236}">
                <a16:creationId xmlns:a16="http://schemas.microsoft.com/office/drawing/2014/main" id="{31BC2D0D-1341-4193-8362-CC0363C21EFA}"/>
              </a:ext>
            </a:extLst>
          </p:cNvPr>
          <p:cNvSpPr txBox="1">
            <a:spLocks/>
          </p:cNvSpPr>
          <p:nvPr/>
        </p:nvSpPr>
        <p:spPr>
          <a:xfrm>
            <a:off x="7117274" y="1307255"/>
            <a:ext cx="2799900" cy="539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95000"/>
              </a:lnSpc>
              <a:spcBef>
                <a:spcPts val="0"/>
              </a:spcBef>
              <a:spcAft>
                <a:spcPts val="0"/>
              </a:spcAft>
              <a:buClr>
                <a:schemeClr val="dk1"/>
              </a:buClr>
              <a:buSzPts val="1400"/>
              <a:buFont typeface="Raleway"/>
              <a:buNone/>
              <a:defRPr sz="2300" b="0" i="0" u="none" strike="noStrike" cap="none">
                <a:solidFill>
                  <a:schemeClr val="dk1"/>
                </a:solidFill>
                <a:latin typeface="VT323"/>
                <a:ea typeface="VT323"/>
                <a:cs typeface="VT323"/>
                <a:sym typeface="VT323"/>
              </a:defRPr>
            </a:lvl1pPr>
            <a:lvl2pPr marL="914400" marR="0" lvl="1" indent="-317500" algn="l" rtl="0">
              <a:lnSpc>
                <a:spcPct val="95000"/>
              </a:lnSpc>
              <a:spcBef>
                <a:spcPts val="0"/>
              </a:spcBef>
              <a:spcAft>
                <a:spcPts val="0"/>
              </a:spcAft>
              <a:buClr>
                <a:schemeClr val="dk1"/>
              </a:buClr>
              <a:buSzPts val="1400"/>
              <a:buFont typeface="Raleway"/>
              <a:buNone/>
              <a:defRPr sz="1400" b="1" i="0" u="none" strike="noStrike" cap="none">
                <a:solidFill>
                  <a:schemeClr val="dk1"/>
                </a:solidFill>
                <a:latin typeface="Raleway"/>
                <a:ea typeface="Raleway"/>
                <a:cs typeface="Raleway"/>
                <a:sym typeface="Raleway"/>
              </a:defRPr>
            </a:lvl2pPr>
            <a:lvl3pPr marL="1371600" marR="0" lvl="2" indent="-317500" algn="l" rtl="0">
              <a:lnSpc>
                <a:spcPct val="95000"/>
              </a:lnSpc>
              <a:spcBef>
                <a:spcPts val="0"/>
              </a:spcBef>
              <a:spcAft>
                <a:spcPts val="0"/>
              </a:spcAft>
              <a:buClr>
                <a:schemeClr val="dk1"/>
              </a:buClr>
              <a:buSzPts val="1400"/>
              <a:buFont typeface="Raleway"/>
              <a:buNone/>
              <a:defRPr sz="1400" b="1" i="0" u="none" strike="noStrike" cap="none">
                <a:solidFill>
                  <a:schemeClr val="dk1"/>
                </a:solidFill>
                <a:latin typeface="Raleway"/>
                <a:ea typeface="Raleway"/>
                <a:cs typeface="Raleway"/>
                <a:sym typeface="Raleway"/>
              </a:defRPr>
            </a:lvl3pPr>
            <a:lvl4pPr marL="1828800" marR="0" lvl="3" indent="-317500" algn="l" rtl="0">
              <a:lnSpc>
                <a:spcPct val="95000"/>
              </a:lnSpc>
              <a:spcBef>
                <a:spcPts val="0"/>
              </a:spcBef>
              <a:spcAft>
                <a:spcPts val="0"/>
              </a:spcAft>
              <a:buClr>
                <a:schemeClr val="dk1"/>
              </a:buClr>
              <a:buSzPts val="1400"/>
              <a:buFont typeface="Raleway"/>
              <a:buNone/>
              <a:defRPr sz="1400" b="1" i="0" u="none" strike="noStrike" cap="none">
                <a:solidFill>
                  <a:schemeClr val="dk1"/>
                </a:solidFill>
                <a:latin typeface="Raleway"/>
                <a:ea typeface="Raleway"/>
                <a:cs typeface="Raleway"/>
                <a:sym typeface="Raleway"/>
              </a:defRPr>
            </a:lvl4pPr>
            <a:lvl5pPr marL="2286000" marR="0" lvl="4" indent="-317500" algn="l" rtl="0">
              <a:lnSpc>
                <a:spcPct val="95000"/>
              </a:lnSpc>
              <a:spcBef>
                <a:spcPts val="0"/>
              </a:spcBef>
              <a:spcAft>
                <a:spcPts val="0"/>
              </a:spcAft>
              <a:buClr>
                <a:schemeClr val="dk1"/>
              </a:buClr>
              <a:buSzPts val="1400"/>
              <a:buFont typeface="Raleway"/>
              <a:buNone/>
              <a:defRPr sz="1400" b="1" i="0" u="none" strike="noStrike" cap="none">
                <a:solidFill>
                  <a:schemeClr val="dk1"/>
                </a:solidFill>
                <a:latin typeface="Raleway"/>
                <a:ea typeface="Raleway"/>
                <a:cs typeface="Raleway"/>
                <a:sym typeface="Raleway"/>
              </a:defRPr>
            </a:lvl5pPr>
            <a:lvl6pPr marL="2743200" marR="0" lvl="5" indent="-317500" algn="l" rtl="0">
              <a:lnSpc>
                <a:spcPct val="95000"/>
              </a:lnSpc>
              <a:spcBef>
                <a:spcPts val="0"/>
              </a:spcBef>
              <a:spcAft>
                <a:spcPts val="0"/>
              </a:spcAft>
              <a:buClr>
                <a:schemeClr val="dk1"/>
              </a:buClr>
              <a:buSzPts val="1400"/>
              <a:buFont typeface="Raleway"/>
              <a:buNone/>
              <a:defRPr sz="1400" b="1" i="0" u="none" strike="noStrike" cap="none">
                <a:solidFill>
                  <a:schemeClr val="dk1"/>
                </a:solidFill>
                <a:latin typeface="Raleway"/>
                <a:ea typeface="Raleway"/>
                <a:cs typeface="Raleway"/>
                <a:sym typeface="Raleway"/>
              </a:defRPr>
            </a:lvl6pPr>
            <a:lvl7pPr marL="3200400" marR="0" lvl="6" indent="-317500" algn="l" rtl="0">
              <a:lnSpc>
                <a:spcPct val="95000"/>
              </a:lnSpc>
              <a:spcBef>
                <a:spcPts val="0"/>
              </a:spcBef>
              <a:spcAft>
                <a:spcPts val="0"/>
              </a:spcAft>
              <a:buClr>
                <a:schemeClr val="dk1"/>
              </a:buClr>
              <a:buSzPts val="1400"/>
              <a:buFont typeface="Raleway"/>
              <a:buNone/>
              <a:defRPr sz="1400" b="1" i="0" u="none" strike="noStrike" cap="none">
                <a:solidFill>
                  <a:schemeClr val="dk1"/>
                </a:solidFill>
                <a:latin typeface="Raleway"/>
                <a:ea typeface="Raleway"/>
                <a:cs typeface="Raleway"/>
                <a:sym typeface="Raleway"/>
              </a:defRPr>
            </a:lvl7pPr>
            <a:lvl8pPr marL="3657600" marR="0" lvl="7" indent="-317500" algn="l" rtl="0">
              <a:lnSpc>
                <a:spcPct val="95000"/>
              </a:lnSpc>
              <a:spcBef>
                <a:spcPts val="0"/>
              </a:spcBef>
              <a:spcAft>
                <a:spcPts val="0"/>
              </a:spcAft>
              <a:buClr>
                <a:schemeClr val="dk1"/>
              </a:buClr>
              <a:buSzPts val="1400"/>
              <a:buFont typeface="Raleway"/>
              <a:buNone/>
              <a:defRPr sz="1400" b="1" i="0" u="none" strike="noStrike" cap="none">
                <a:solidFill>
                  <a:schemeClr val="dk1"/>
                </a:solidFill>
                <a:latin typeface="Raleway"/>
                <a:ea typeface="Raleway"/>
                <a:cs typeface="Raleway"/>
                <a:sym typeface="Raleway"/>
              </a:defRPr>
            </a:lvl8pPr>
            <a:lvl9pPr marL="4114800" marR="0" lvl="8" indent="-317500" algn="l" rtl="0">
              <a:lnSpc>
                <a:spcPct val="95000"/>
              </a:lnSpc>
              <a:spcBef>
                <a:spcPts val="0"/>
              </a:spcBef>
              <a:spcAft>
                <a:spcPts val="0"/>
              </a:spcAft>
              <a:buClr>
                <a:schemeClr val="dk1"/>
              </a:buClr>
              <a:buSzPts val="1400"/>
              <a:buFont typeface="Raleway"/>
              <a:buNone/>
              <a:defRPr sz="1400" b="1" i="0" u="none" strike="noStrike" cap="none">
                <a:solidFill>
                  <a:schemeClr val="dk1"/>
                </a:solidFill>
                <a:latin typeface="Raleway"/>
                <a:ea typeface="Raleway"/>
                <a:cs typeface="Raleway"/>
                <a:sym typeface="Raleway"/>
              </a:defRPr>
            </a:lvl9pPr>
          </a:lstStyle>
          <a:p>
            <a:pPr marL="0" indent="0"/>
            <a:r>
              <a:rPr lang="en-GB" dirty="0"/>
              <a:t>Lists</a:t>
            </a:r>
          </a:p>
        </p:txBody>
      </p:sp>
      <p:sp>
        <p:nvSpPr>
          <p:cNvPr id="20" name="Google Shape;234;p30">
            <a:extLst>
              <a:ext uri="{FF2B5EF4-FFF2-40B4-BE49-F238E27FC236}">
                <a16:creationId xmlns:a16="http://schemas.microsoft.com/office/drawing/2014/main" id="{D24C2C53-3D9A-44A0-B279-1DDF4576CA2C}"/>
              </a:ext>
            </a:extLst>
          </p:cNvPr>
          <p:cNvSpPr txBox="1">
            <a:spLocks/>
          </p:cNvSpPr>
          <p:nvPr/>
        </p:nvSpPr>
        <p:spPr>
          <a:xfrm>
            <a:off x="7117274" y="1953461"/>
            <a:ext cx="2799900" cy="539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95000"/>
              </a:lnSpc>
              <a:spcBef>
                <a:spcPts val="0"/>
              </a:spcBef>
              <a:spcAft>
                <a:spcPts val="0"/>
              </a:spcAft>
              <a:buClr>
                <a:schemeClr val="dk1"/>
              </a:buClr>
              <a:buSzPts val="1400"/>
              <a:buFont typeface="Raleway"/>
              <a:buNone/>
              <a:defRPr sz="2300" b="0" i="0" u="none" strike="noStrike" cap="none">
                <a:solidFill>
                  <a:schemeClr val="dk1"/>
                </a:solidFill>
                <a:latin typeface="VT323"/>
                <a:ea typeface="VT323"/>
                <a:cs typeface="VT323"/>
                <a:sym typeface="VT323"/>
              </a:defRPr>
            </a:lvl1pPr>
            <a:lvl2pPr marL="914400" marR="0" lvl="1" indent="-317500" algn="l" rtl="0">
              <a:lnSpc>
                <a:spcPct val="95000"/>
              </a:lnSpc>
              <a:spcBef>
                <a:spcPts val="0"/>
              </a:spcBef>
              <a:spcAft>
                <a:spcPts val="0"/>
              </a:spcAft>
              <a:buClr>
                <a:schemeClr val="dk1"/>
              </a:buClr>
              <a:buSzPts val="1400"/>
              <a:buFont typeface="Raleway"/>
              <a:buNone/>
              <a:defRPr sz="1400" b="1" i="0" u="none" strike="noStrike" cap="none">
                <a:solidFill>
                  <a:schemeClr val="dk1"/>
                </a:solidFill>
                <a:latin typeface="Raleway"/>
                <a:ea typeface="Raleway"/>
                <a:cs typeface="Raleway"/>
                <a:sym typeface="Raleway"/>
              </a:defRPr>
            </a:lvl2pPr>
            <a:lvl3pPr marL="1371600" marR="0" lvl="2" indent="-317500" algn="l" rtl="0">
              <a:lnSpc>
                <a:spcPct val="95000"/>
              </a:lnSpc>
              <a:spcBef>
                <a:spcPts val="0"/>
              </a:spcBef>
              <a:spcAft>
                <a:spcPts val="0"/>
              </a:spcAft>
              <a:buClr>
                <a:schemeClr val="dk1"/>
              </a:buClr>
              <a:buSzPts val="1400"/>
              <a:buFont typeface="Raleway"/>
              <a:buNone/>
              <a:defRPr sz="1400" b="1" i="0" u="none" strike="noStrike" cap="none">
                <a:solidFill>
                  <a:schemeClr val="dk1"/>
                </a:solidFill>
                <a:latin typeface="Raleway"/>
                <a:ea typeface="Raleway"/>
                <a:cs typeface="Raleway"/>
                <a:sym typeface="Raleway"/>
              </a:defRPr>
            </a:lvl3pPr>
            <a:lvl4pPr marL="1828800" marR="0" lvl="3" indent="-317500" algn="l" rtl="0">
              <a:lnSpc>
                <a:spcPct val="95000"/>
              </a:lnSpc>
              <a:spcBef>
                <a:spcPts val="0"/>
              </a:spcBef>
              <a:spcAft>
                <a:spcPts val="0"/>
              </a:spcAft>
              <a:buClr>
                <a:schemeClr val="dk1"/>
              </a:buClr>
              <a:buSzPts val="1400"/>
              <a:buFont typeface="Raleway"/>
              <a:buNone/>
              <a:defRPr sz="1400" b="1" i="0" u="none" strike="noStrike" cap="none">
                <a:solidFill>
                  <a:schemeClr val="dk1"/>
                </a:solidFill>
                <a:latin typeface="Raleway"/>
                <a:ea typeface="Raleway"/>
                <a:cs typeface="Raleway"/>
                <a:sym typeface="Raleway"/>
              </a:defRPr>
            </a:lvl4pPr>
            <a:lvl5pPr marL="2286000" marR="0" lvl="4" indent="-317500" algn="l" rtl="0">
              <a:lnSpc>
                <a:spcPct val="95000"/>
              </a:lnSpc>
              <a:spcBef>
                <a:spcPts val="0"/>
              </a:spcBef>
              <a:spcAft>
                <a:spcPts val="0"/>
              </a:spcAft>
              <a:buClr>
                <a:schemeClr val="dk1"/>
              </a:buClr>
              <a:buSzPts val="1400"/>
              <a:buFont typeface="Raleway"/>
              <a:buNone/>
              <a:defRPr sz="1400" b="1" i="0" u="none" strike="noStrike" cap="none">
                <a:solidFill>
                  <a:schemeClr val="dk1"/>
                </a:solidFill>
                <a:latin typeface="Raleway"/>
                <a:ea typeface="Raleway"/>
                <a:cs typeface="Raleway"/>
                <a:sym typeface="Raleway"/>
              </a:defRPr>
            </a:lvl5pPr>
            <a:lvl6pPr marL="2743200" marR="0" lvl="5" indent="-317500" algn="l" rtl="0">
              <a:lnSpc>
                <a:spcPct val="95000"/>
              </a:lnSpc>
              <a:spcBef>
                <a:spcPts val="0"/>
              </a:spcBef>
              <a:spcAft>
                <a:spcPts val="0"/>
              </a:spcAft>
              <a:buClr>
                <a:schemeClr val="dk1"/>
              </a:buClr>
              <a:buSzPts val="1400"/>
              <a:buFont typeface="Raleway"/>
              <a:buNone/>
              <a:defRPr sz="1400" b="1" i="0" u="none" strike="noStrike" cap="none">
                <a:solidFill>
                  <a:schemeClr val="dk1"/>
                </a:solidFill>
                <a:latin typeface="Raleway"/>
                <a:ea typeface="Raleway"/>
                <a:cs typeface="Raleway"/>
                <a:sym typeface="Raleway"/>
              </a:defRPr>
            </a:lvl6pPr>
            <a:lvl7pPr marL="3200400" marR="0" lvl="6" indent="-317500" algn="l" rtl="0">
              <a:lnSpc>
                <a:spcPct val="95000"/>
              </a:lnSpc>
              <a:spcBef>
                <a:spcPts val="0"/>
              </a:spcBef>
              <a:spcAft>
                <a:spcPts val="0"/>
              </a:spcAft>
              <a:buClr>
                <a:schemeClr val="dk1"/>
              </a:buClr>
              <a:buSzPts val="1400"/>
              <a:buFont typeface="Raleway"/>
              <a:buNone/>
              <a:defRPr sz="1400" b="1" i="0" u="none" strike="noStrike" cap="none">
                <a:solidFill>
                  <a:schemeClr val="dk1"/>
                </a:solidFill>
                <a:latin typeface="Raleway"/>
                <a:ea typeface="Raleway"/>
                <a:cs typeface="Raleway"/>
                <a:sym typeface="Raleway"/>
              </a:defRPr>
            </a:lvl7pPr>
            <a:lvl8pPr marL="3657600" marR="0" lvl="7" indent="-317500" algn="l" rtl="0">
              <a:lnSpc>
                <a:spcPct val="95000"/>
              </a:lnSpc>
              <a:spcBef>
                <a:spcPts val="0"/>
              </a:spcBef>
              <a:spcAft>
                <a:spcPts val="0"/>
              </a:spcAft>
              <a:buClr>
                <a:schemeClr val="dk1"/>
              </a:buClr>
              <a:buSzPts val="1400"/>
              <a:buFont typeface="Raleway"/>
              <a:buNone/>
              <a:defRPr sz="1400" b="1" i="0" u="none" strike="noStrike" cap="none">
                <a:solidFill>
                  <a:schemeClr val="dk1"/>
                </a:solidFill>
                <a:latin typeface="Raleway"/>
                <a:ea typeface="Raleway"/>
                <a:cs typeface="Raleway"/>
                <a:sym typeface="Raleway"/>
              </a:defRPr>
            </a:lvl8pPr>
            <a:lvl9pPr marL="4114800" marR="0" lvl="8" indent="-317500" algn="l" rtl="0">
              <a:lnSpc>
                <a:spcPct val="95000"/>
              </a:lnSpc>
              <a:spcBef>
                <a:spcPts val="0"/>
              </a:spcBef>
              <a:spcAft>
                <a:spcPts val="0"/>
              </a:spcAft>
              <a:buClr>
                <a:schemeClr val="dk1"/>
              </a:buClr>
              <a:buSzPts val="1400"/>
              <a:buFont typeface="Raleway"/>
              <a:buNone/>
              <a:defRPr sz="1400" b="1" i="0" u="none" strike="noStrike" cap="none">
                <a:solidFill>
                  <a:schemeClr val="dk1"/>
                </a:solidFill>
                <a:latin typeface="Raleway"/>
                <a:ea typeface="Raleway"/>
                <a:cs typeface="Raleway"/>
                <a:sym typeface="Raleway"/>
              </a:defRPr>
            </a:lvl9pPr>
          </a:lstStyle>
          <a:p>
            <a:pPr marL="0" indent="0"/>
            <a:r>
              <a:rPr lang="en-GB" dirty="0"/>
              <a:t>Dictionaries</a:t>
            </a:r>
          </a:p>
        </p:txBody>
      </p:sp>
      <p:sp>
        <p:nvSpPr>
          <p:cNvPr id="21" name="Google Shape;235;p30">
            <a:extLst>
              <a:ext uri="{FF2B5EF4-FFF2-40B4-BE49-F238E27FC236}">
                <a16:creationId xmlns:a16="http://schemas.microsoft.com/office/drawing/2014/main" id="{31A7117A-587E-4107-895A-86E8F4A89EE8}"/>
              </a:ext>
            </a:extLst>
          </p:cNvPr>
          <p:cNvSpPr txBox="1">
            <a:spLocks/>
          </p:cNvSpPr>
          <p:nvPr/>
        </p:nvSpPr>
        <p:spPr>
          <a:xfrm>
            <a:off x="7117274" y="2599667"/>
            <a:ext cx="2799900" cy="539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95000"/>
              </a:lnSpc>
              <a:spcBef>
                <a:spcPts val="0"/>
              </a:spcBef>
              <a:spcAft>
                <a:spcPts val="0"/>
              </a:spcAft>
              <a:buClr>
                <a:schemeClr val="dk1"/>
              </a:buClr>
              <a:buSzPts val="1400"/>
              <a:buFont typeface="Raleway"/>
              <a:buNone/>
              <a:defRPr sz="2300" b="0" i="0" u="none" strike="noStrike" cap="none">
                <a:solidFill>
                  <a:schemeClr val="dk1"/>
                </a:solidFill>
                <a:latin typeface="VT323"/>
                <a:ea typeface="VT323"/>
                <a:cs typeface="VT323"/>
                <a:sym typeface="VT323"/>
              </a:defRPr>
            </a:lvl1pPr>
            <a:lvl2pPr marL="914400" marR="0" lvl="1" indent="-317500" algn="l" rtl="0">
              <a:lnSpc>
                <a:spcPct val="95000"/>
              </a:lnSpc>
              <a:spcBef>
                <a:spcPts val="0"/>
              </a:spcBef>
              <a:spcAft>
                <a:spcPts val="0"/>
              </a:spcAft>
              <a:buClr>
                <a:schemeClr val="dk1"/>
              </a:buClr>
              <a:buSzPts val="1400"/>
              <a:buFont typeface="Raleway"/>
              <a:buNone/>
              <a:defRPr sz="1400" b="1" i="0" u="none" strike="noStrike" cap="none">
                <a:solidFill>
                  <a:schemeClr val="dk1"/>
                </a:solidFill>
                <a:latin typeface="Raleway"/>
                <a:ea typeface="Raleway"/>
                <a:cs typeface="Raleway"/>
                <a:sym typeface="Raleway"/>
              </a:defRPr>
            </a:lvl2pPr>
            <a:lvl3pPr marL="1371600" marR="0" lvl="2" indent="-317500" algn="l" rtl="0">
              <a:lnSpc>
                <a:spcPct val="95000"/>
              </a:lnSpc>
              <a:spcBef>
                <a:spcPts val="0"/>
              </a:spcBef>
              <a:spcAft>
                <a:spcPts val="0"/>
              </a:spcAft>
              <a:buClr>
                <a:schemeClr val="dk1"/>
              </a:buClr>
              <a:buSzPts val="1400"/>
              <a:buFont typeface="Raleway"/>
              <a:buNone/>
              <a:defRPr sz="1400" b="1" i="0" u="none" strike="noStrike" cap="none">
                <a:solidFill>
                  <a:schemeClr val="dk1"/>
                </a:solidFill>
                <a:latin typeface="Raleway"/>
                <a:ea typeface="Raleway"/>
                <a:cs typeface="Raleway"/>
                <a:sym typeface="Raleway"/>
              </a:defRPr>
            </a:lvl3pPr>
            <a:lvl4pPr marL="1828800" marR="0" lvl="3" indent="-317500" algn="l" rtl="0">
              <a:lnSpc>
                <a:spcPct val="95000"/>
              </a:lnSpc>
              <a:spcBef>
                <a:spcPts val="0"/>
              </a:spcBef>
              <a:spcAft>
                <a:spcPts val="0"/>
              </a:spcAft>
              <a:buClr>
                <a:schemeClr val="dk1"/>
              </a:buClr>
              <a:buSzPts val="1400"/>
              <a:buFont typeface="Raleway"/>
              <a:buNone/>
              <a:defRPr sz="1400" b="1" i="0" u="none" strike="noStrike" cap="none">
                <a:solidFill>
                  <a:schemeClr val="dk1"/>
                </a:solidFill>
                <a:latin typeface="Raleway"/>
                <a:ea typeface="Raleway"/>
                <a:cs typeface="Raleway"/>
                <a:sym typeface="Raleway"/>
              </a:defRPr>
            </a:lvl4pPr>
            <a:lvl5pPr marL="2286000" marR="0" lvl="4" indent="-317500" algn="l" rtl="0">
              <a:lnSpc>
                <a:spcPct val="95000"/>
              </a:lnSpc>
              <a:spcBef>
                <a:spcPts val="0"/>
              </a:spcBef>
              <a:spcAft>
                <a:spcPts val="0"/>
              </a:spcAft>
              <a:buClr>
                <a:schemeClr val="dk1"/>
              </a:buClr>
              <a:buSzPts val="1400"/>
              <a:buFont typeface="Raleway"/>
              <a:buNone/>
              <a:defRPr sz="1400" b="1" i="0" u="none" strike="noStrike" cap="none">
                <a:solidFill>
                  <a:schemeClr val="dk1"/>
                </a:solidFill>
                <a:latin typeface="Raleway"/>
                <a:ea typeface="Raleway"/>
                <a:cs typeface="Raleway"/>
                <a:sym typeface="Raleway"/>
              </a:defRPr>
            </a:lvl5pPr>
            <a:lvl6pPr marL="2743200" marR="0" lvl="5" indent="-317500" algn="l" rtl="0">
              <a:lnSpc>
                <a:spcPct val="95000"/>
              </a:lnSpc>
              <a:spcBef>
                <a:spcPts val="0"/>
              </a:spcBef>
              <a:spcAft>
                <a:spcPts val="0"/>
              </a:spcAft>
              <a:buClr>
                <a:schemeClr val="dk1"/>
              </a:buClr>
              <a:buSzPts val="1400"/>
              <a:buFont typeface="Raleway"/>
              <a:buNone/>
              <a:defRPr sz="1400" b="1" i="0" u="none" strike="noStrike" cap="none">
                <a:solidFill>
                  <a:schemeClr val="dk1"/>
                </a:solidFill>
                <a:latin typeface="Raleway"/>
                <a:ea typeface="Raleway"/>
                <a:cs typeface="Raleway"/>
                <a:sym typeface="Raleway"/>
              </a:defRPr>
            </a:lvl6pPr>
            <a:lvl7pPr marL="3200400" marR="0" lvl="6" indent="-317500" algn="l" rtl="0">
              <a:lnSpc>
                <a:spcPct val="95000"/>
              </a:lnSpc>
              <a:spcBef>
                <a:spcPts val="0"/>
              </a:spcBef>
              <a:spcAft>
                <a:spcPts val="0"/>
              </a:spcAft>
              <a:buClr>
                <a:schemeClr val="dk1"/>
              </a:buClr>
              <a:buSzPts val="1400"/>
              <a:buFont typeface="Raleway"/>
              <a:buNone/>
              <a:defRPr sz="1400" b="1" i="0" u="none" strike="noStrike" cap="none">
                <a:solidFill>
                  <a:schemeClr val="dk1"/>
                </a:solidFill>
                <a:latin typeface="Raleway"/>
                <a:ea typeface="Raleway"/>
                <a:cs typeface="Raleway"/>
                <a:sym typeface="Raleway"/>
              </a:defRPr>
            </a:lvl7pPr>
            <a:lvl8pPr marL="3657600" marR="0" lvl="7" indent="-317500" algn="l" rtl="0">
              <a:lnSpc>
                <a:spcPct val="95000"/>
              </a:lnSpc>
              <a:spcBef>
                <a:spcPts val="0"/>
              </a:spcBef>
              <a:spcAft>
                <a:spcPts val="0"/>
              </a:spcAft>
              <a:buClr>
                <a:schemeClr val="dk1"/>
              </a:buClr>
              <a:buSzPts val="1400"/>
              <a:buFont typeface="Raleway"/>
              <a:buNone/>
              <a:defRPr sz="1400" b="1" i="0" u="none" strike="noStrike" cap="none">
                <a:solidFill>
                  <a:schemeClr val="dk1"/>
                </a:solidFill>
                <a:latin typeface="Raleway"/>
                <a:ea typeface="Raleway"/>
                <a:cs typeface="Raleway"/>
                <a:sym typeface="Raleway"/>
              </a:defRPr>
            </a:lvl8pPr>
            <a:lvl9pPr marL="4114800" marR="0" lvl="8" indent="-317500" algn="l" rtl="0">
              <a:lnSpc>
                <a:spcPct val="95000"/>
              </a:lnSpc>
              <a:spcBef>
                <a:spcPts val="0"/>
              </a:spcBef>
              <a:spcAft>
                <a:spcPts val="0"/>
              </a:spcAft>
              <a:buClr>
                <a:schemeClr val="dk1"/>
              </a:buClr>
              <a:buSzPts val="1400"/>
              <a:buFont typeface="Raleway"/>
              <a:buNone/>
              <a:defRPr sz="1400" b="1" i="0" u="none" strike="noStrike" cap="none">
                <a:solidFill>
                  <a:schemeClr val="dk1"/>
                </a:solidFill>
                <a:latin typeface="Raleway"/>
                <a:ea typeface="Raleway"/>
                <a:cs typeface="Raleway"/>
                <a:sym typeface="Raleway"/>
              </a:defRPr>
            </a:lvl9pPr>
          </a:lstStyle>
          <a:p>
            <a:pPr marL="0" indent="0"/>
            <a:r>
              <a:rPr lang="en-GB" dirty="0"/>
              <a:t>Sets</a:t>
            </a:r>
          </a:p>
        </p:txBody>
      </p:sp>
      <p:sp>
        <p:nvSpPr>
          <p:cNvPr id="22" name="Google Shape;236;p30">
            <a:extLst>
              <a:ext uri="{FF2B5EF4-FFF2-40B4-BE49-F238E27FC236}">
                <a16:creationId xmlns:a16="http://schemas.microsoft.com/office/drawing/2014/main" id="{DE7FFC3D-2EFE-4B4C-BC20-6EF18C78863D}"/>
              </a:ext>
            </a:extLst>
          </p:cNvPr>
          <p:cNvSpPr txBox="1">
            <a:spLocks/>
          </p:cNvSpPr>
          <p:nvPr/>
        </p:nvSpPr>
        <p:spPr>
          <a:xfrm>
            <a:off x="7117274" y="3245874"/>
            <a:ext cx="2799900" cy="539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95000"/>
              </a:lnSpc>
              <a:spcBef>
                <a:spcPts val="0"/>
              </a:spcBef>
              <a:spcAft>
                <a:spcPts val="0"/>
              </a:spcAft>
              <a:buClr>
                <a:schemeClr val="dk1"/>
              </a:buClr>
              <a:buSzPts val="1400"/>
              <a:buFont typeface="Raleway"/>
              <a:buNone/>
              <a:defRPr sz="2300" b="0" i="0" u="none" strike="noStrike" cap="none">
                <a:solidFill>
                  <a:schemeClr val="dk1"/>
                </a:solidFill>
                <a:latin typeface="VT323"/>
                <a:ea typeface="VT323"/>
                <a:cs typeface="VT323"/>
                <a:sym typeface="VT323"/>
              </a:defRPr>
            </a:lvl1pPr>
            <a:lvl2pPr marL="914400" marR="0" lvl="1" indent="-317500" algn="l" rtl="0">
              <a:lnSpc>
                <a:spcPct val="95000"/>
              </a:lnSpc>
              <a:spcBef>
                <a:spcPts val="0"/>
              </a:spcBef>
              <a:spcAft>
                <a:spcPts val="0"/>
              </a:spcAft>
              <a:buClr>
                <a:schemeClr val="dk1"/>
              </a:buClr>
              <a:buSzPts val="1400"/>
              <a:buFont typeface="Raleway"/>
              <a:buNone/>
              <a:defRPr sz="1400" b="1" i="0" u="none" strike="noStrike" cap="none">
                <a:solidFill>
                  <a:schemeClr val="dk1"/>
                </a:solidFill>
                <a:latin typeface="Raleway"/>
                <a:ea typeface="Raleway"/>
                <a:cs typeface="Raleway"/>
                <a:sym typeface="Raleway"/>
              </a:defRPr>
            </a:lvl2pPr>
            <a:lvl3pPr marL="1371600" marR="0" lvl="2" indent="-317500" algn="l" rtl="0">
              <a:lnSpc>
                <a:spcPct val="95000"/>
              </a:lnSpc>
              <a:spcBef>
                <a:spcPts val="0"/>
              </a:spcBef>
              <a:spcAft>
                <a:spcPts val="0"/>
              </a:spcAft>
              <a:buClr>
                <a:schemeClr val="dk1"/>
              </a:buClr>
              <a:buSzPts val="1400"/>
              <a:buFont typeface="Raleway"/>
              <a:buNone/>
              <a:defRPr sz="1400" b="1" i="0" u="none" strike="noStrike" cap="none">
                <a:solidFill>
                  <a:schemeClr val="dk1"/>
                </a:solidFill>
                <a:latin typeface="Raleway"/>
                <a:ea typeface="Raleway"/>
                <a:cs typeface="Raleway"/>
                <a:sym typeface="Raleway"/>
              </a:defRPr>
            </a:lvl3pPr>
            <a:lvl4pPr marL="1828800" marR="0" lvl="3" indent="-317500" algn="l" rtl="0">
              <a:lnSpc>
                <a:spcPct val="95000"/>
              </a:lnSpc>
              <a:spcBef>
                <a:spcPts val="0"/>
              </a:spcBef>
              <a:spcAft>
                <a:spcPts val="0"/>
              </a:spcAft>
              <a:buClr>
                <a:schemeClr val="dk1"/>
              </a:buClr>
              <a:buSzPts val="1400"/>
              <a:buFont typeface="Raleway"/>
              <a:buNone/>
              <a:defRPr sz="1400" b="1" i="0" u="none" strike="noStrike" cap="none">
                <a:solidFill>
                  <a:schemeClr val="dk1"/>
                </a:solidFill>
                <a:latin typeface="Raleway"/>
                <a:ea typeface="Raleway"/>
                <a:cs typeface="Raleway"/>
                <a:sym typeface="Raleway"/>
              </a:defRPr>
            </a:lvl4pPr>
            <a:lvl5pPr marL="2286000" marR="0" lvl="4" indent="-317500" algn="l" rtl="0">
              <a:lnSpc>
                <a:spcPct val="95000"/>
              </a:lnSpc>
              <a:spcBef>
                <a:spcPts val="0"/>
              </a:spcBef>
              <a:spcAft>
                <a:spcPts val="0"/>
              </a:spcAft>
              <a:buClr>
                <a:schemeClr val="dk1"/>
              </a:buClr>
              <a:buSzPts val="1400"/>
              <a:buFont typeface="Raleway"/>
              <a:buNone/>
              <a:defRPr sz="1400" b="1" i="0" u="none" strike="noStrike" cap="none">
                <a:solidFill>
                  <a:schemeClr val="dk1"/>
                </a:solidFill>
                <a:latin typeface="Raleway"/>
                <a:ea typeface="Raleway"/>
                <a:cs typeface="Raleway"/>
                <a:sym typeface="Raleway"/>
              </a:defRPr>
            </a:lvl5pPr>
            <a:lvl6pPr marL="2743200" marR="0" lvl="5" indent="-317500" algn="l" rtl="0">
              <a:lnSpc>
                <a:spcPct val="95000"/>
              </a:lnSpc>
              <a:spcBef>
                <a:spcPts val="0"/>
              </a:spcBef>
              <a:spcAft>
                <a:spcPts val="0"/>
              </a:spcAft>
              <a:buClr>
                <a:schemeClr val="dk1"/>
              </a:buClr>
              <a:buSzPts val="1400"/>
              <a:buFont typeface="Raleway"/>
              <a:buNone/>
              <a:defRPr sz="1400" b="1" i="0" u="none" strike="noStrike" cap="none">
                <a:solidFill>
                  <a:schemeClr val="dk1"/>
                </a:solidFill>
                <a:latin typeface="Raleway"/>
                <a:ea typeface="Raleway"/>
                <a:cs typeface="Raleway"/>
                <a:sym typeface="Raleway"/>
              </a:defRPr>
            </a:lvl6pPr>
            <a:lvl7pPr marL="3200400" marR="0" lvl="6" indent="-317500" algn="l" rtl="0">
              <a:lnSpc>
                <a:spcPct val="95000"/>
              </a:lnSpc>
              <a:spcBef>
                <a:spcPts val="0"/>
              </a:spcBef>
              <a:spcAft>
                <a:spcPts val="0"/>
              </a:spcAft>
              <a:buClr>
                <a:schemeClr val="dk1"/>
              </a:buClr>
              <a:buSzPts val="1400"/>
              <a:buFont typeface="Raleway"/>
              <a:buNone/>
              <a:defRPr sz="1400" b="1" i="0" u="none" strike="noStrike" cap="none">
                <a:solidFill>
                  <a:schemeClr val="dk1"/>
                </a:solidFill>
                <a:latin typeface="Raleway"/>
                <a:ea typeface="Raleway"/>
                <a:cs typeface="Raleway"/>
                <a:sym typeface="Raleway"/>
              </a:defRPr>
            </a:lvl7pPr>
            <a:lvl8pPr marL="3657600" marR="0" lvl="7" indent="-317500" algn="l" rtl="0">
              <a:lnSpc>
                <a:spcPct val="95000"/>
              </a:lnSpc>
              <a:spcBef>
                <a:spcPts val="0"/>
              </a:spcBef>
              <a:spcAft>
                <a:spcPts val="0"/>
              </a:spcAft>
              <a:buClr>
                <a:schemeClr val="dk1"/>
              </a:buClr>
              <a:buSzPts val="1400"/>
              <a:buFont typeface="Raleway"/>
              <a:buNone/>
              <a:defRPr sz="1400" b="1" i="0" u="none" strike="noStrike" cap="none">
                <a:solidFill>
                  <a:schemeClr val="dk1"/>
                </a:solidFill>
                <a:latin typeface="Raleway"/>
                <a:ea typeface="Raleway"/>
                <a:cs typeface="Raleway"/>
                <a:sym typeface="Raleway"/>
              </a:defRPr>
            </a:lvl8pPr>
            <a:lvl9pPr marL="4114800" marR="0" lvl="8" indent="-317500" algn="l" rtl="0">
              <a:lnSpc>
                <a:spcPct val="95000"/>
              </a:lnSpc>
              <a:spcBef>
                <a:spcPts val="0"/>
              </a:spcBef>
              <a:spcAft>
                <a:spcPts val="0"/>
              </a:spcAft>
              <a:buClr>
                <a:schemeClr val="dk1"/>
              </a:buClr>
              <a:buSzPts val="1400"/>
              <a:buFont typeface="Raleway"/>
              <a:buNone/>
              <a:defRPr sz="1400" b="1" i="0" u="none" strike="noStrike" cap="none">
                <a:solidFill>
                  <a:schemeClr val="dk1"/>
                </a:solidFill>
                <a:latin typeface="Raleway"/>
                <a:ea typeface="Raleway"/>
                <a:cs typeface="Raleway"/>
                <a:sym typeface="Raleway"/>
              </a:defRPr>
            </a:lvl9pPr>
          </a:lstStyle>
          <a:p>
            <a:pPr marL="0" indent="0"/>
            <a:r>
              <a:rPr lang="en-GB" dirty="0"/>
              <a:t>Tuples</a:t>
            </a:r>
          </a:p>
        </p:txBody>
      </p:sp>
      <p:sp>
        <p:nvSpPr>
          <p:cNvPr id="23" name="Google Shape;241;p30">
            <a:extLst>
              <a:ext uri="{FF2B5EF4-FFF2-40B4-BE49-F238E27FC236}">
                <a16:creationId xmlns:a16="http://schemas.microsoft.com/office/drawing/2014/main" id="{4B8598D0-C702-476A-B724-A713D7490878}"/>
              </a:ext>
            </a:extLst>
          </p:cNvPr>
          <p:cNvSpPr txBox="1">
            <a:spLocks/>
          </p:cNvSpPr>
          <p:nvPr/>
        </p:nvSpPr>
        <p:spPr>
          <a:xfrm>
            <a:off x="6251463" y="2071678"/>
            <a:ext cx="865800" cy="310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VT323"/>
              <a:buNone/>
              <a:defRPr sz="2700" b="0" i="0" u="none" strike="noStrike" cap="none">
                <a:solidFill>
                  <a:schemeClr val="dk2"/>
                </a:solidFill>
                <a:latin typeface="VT323"/>
                <a:ea typeface="VT323"/>
                <a:cs typeface="VT323"/>
                <a:sym typeface="VT323"/>
              </a:defRPr>
            </a:lvl1pPr>
            <a:lvl2pPr marR="0" lvl="1" algn="l" rtl="0">
              <a:lnSpc>
                <a:spcPct val="100000"/>
              </a:lnSpc>
              <a:spcBef>
                <a:spcPts val="0"/>
              </a:spcBef>
              <a:spcAft>
                <a:spcPts val="0"/>
              </a:spcAft>
              <a:buClr>
                <a:schemeClr val="dk1"/>
              </a:buClr>
              <a:buSzPts val="3000"/>
              <a:buFont typeface="VT323"/>
              <a:buNone/>
              <a:defRPr sz="3000" b="0" i="0" u="none" strike="noStrike" cap="none">
                <a:solidFill>
                  <a:schemeClr val="dk1"/>
                </a:solidFill>
                <a:latin typeface="VT323"/>
                <a:ea typeface="VT323"/>
                <a:cs typeface="VT323"/>
                <a:sym typeface="VT323"/>
              </a:defRPr>
            </a:lvl2pPr>
            <a:lvl3pPr marR="0" lvl="2" algn="l" rtl="0">
              <a:lnSpc>
                <a:spcPct val="100000"/>
              </a:lnSpc>
              <a:spcBef>
                <a:spcPts val="0"/>
              </a:spcBef>
              <a:spcAft>
                <a:spcPts val="0"/>
              </a:spcAft>
              <a:buClr>
                <a:schemeClr val="dk1"/>
              </a:buClr>
              <a:buSzPts val="3000"/>
              <a:buFont typeface="VT323"/>
              <a:buNone/>
              <a:defRPr sz="3000" b="0" i="0" u="none" strike="noStrike" cap="none">
                <a:solidFill>
                  <a:schemeClr val="dk1"/>
                </a:solidFill>
                <a:latin typeface="VT323"/>
                <a:ea typeface="VT323"/>
                <a:cs typeface="VT323"/>
                <a:sym typeface="VT323"/>
              </a:defRPr>
            </a:lvl3pPr>
            <a:lvl4pPr marR="0" lvl="3" algn="l" rtl="0">
              <a:lnSpc>
                <a:spcPct val="100000"/>
              </a:lnSpc>
              <a:spcBef>
                <a:spcPts val="0"/>
              </a:spcBef>
              <a:spcAft>
                <a:spcPts val="0"/>
              </a:spcAft>
              <a:buClr>
                <a:schemeClr val="dk1"/>
              </a:buClr>
              <a:buSzPts val="3000"/>
              <a:buFont typeface="VT323"/>
              <a:buNone/>
              <a:defRPr sz="3000" b="0" i="0" u="none" strike="noStrike" cap="none">
                <a:solidFill>
                  <a:schemeClr val="dk1"/>
                </a:solidFill>
                <a:latin typeface="VT323"/>
                <a:ea typeface="VT323"/>
                <a:cs typeface="VT323"/>
                <a:sym typeface="VT323"/>
              </a:defRPr>
            </a:lvl4pPr>
            <a:lvl5pPr marR="0" lvl="4" algn="l" rtl="0">
              <a:lnSpc>
                <a:spcPct val="100000"/>
              </a:lnSpc>
              <a:spcBef>
                <a:spcPts val="0"/>
              </a:spcBef>
              <a:spcAft>
                <a:spcPts val="0"/>
              </a:spcAft>
              <a:buClr>
                <a:schemeClr val="dk1"/>
              </a:buClr>
              <a:buSzPts val="3000"/>
              <a:buFont typeface="VT323"/>
              <a:buNone/>
              <a:defRPr sz="3000" b="0" i="0" u="none" strike="noStrike" cap="none">
                <a:solidFill>
                  <a:schemeClr val="dk1"/>
                </a:solidFill>
                <a:latin typeface="VT323"/>
                <a:ea typeface="VT323"/>
                <a:cs typeface="VT323"/>
                <a:sym typeface="VT323"/>
              </a:defRPr>
            </a:lvl5pPr>
            <a:lvl6pPr marR="0" lvl="5" algn="l" rtl="0">
              <a:lnSpc>
                <a:spcPct val="100000"/>
              </a:lnSpc>
              <a:spcBef>
                <a:spcPts val="0"/>
              </a:spcBef>
              <a:spcAft>
                <a:spcPts val="0"/>
              </a:spcAft>
              <a:buClr>
                <a:schemeClr val="dk1"/>
              </a:buClr>
              <a:buSzPts val="3000"/>
              <a:buFont typeface="VT323"/>
              <a:buNone/>
              <a:defRPr sz="3000" b="0" i="0" u="none" strike="noStrike" cap="none">
                <a:solidFill>
                  <a:schemeClr val="dk1"/>
                </a:solidFill>
                <a:latin typeface="VT323"/>
                <a:ea typeface="VT323"/>
                <a:cs typeface="VT323"/>
                <a:sym typeface="VT323"/>
              </a:defRPr>
            </a:lvl6pPr>
            <a:lvl7pPr marR="0" lvl="6" algn="l" rtl="0">
              <a:lnSpc>
                <a:spcPct val="100000"/>
              </a:lnSpc>
              <a:spcBef>
                <a:spcPts val="0"/>
              </a:spcBef>
              <a:spcAft>
                <a:spcPts val="0"/>
              </a:spcAft>
              <a:buClr>
                <a:schemeClr val="dk1"/>
              </a:buClr>
              <a:buSzPts val="3000"/>
              <a:buFont typeface="VT323"/>
              <a:buNone/>
              <a:defRPr sz="3000" b="0" i="0" u="none" strike="noStrike" cap="none">
                <a:solidFill>
                  <a:schemeClr val="dk1"/>
                </a:solidFill>
                <a:latin typeface="VT323"/>
                <a:ea typeface="VT323"/>
                <a:cs typeface="VT323"/>
                <a:sym typeface="VT323"/>
              </a:defRPr>
            </a:lvl7pPr>
            <a:lvl8pPr marR="0" lvl="7" algn="l" rtl="0">
              <a:lnSpc>
                <a:spcPct val="100000"/>
              </a:lnSpc>
              <a:spcBef>
                <a:spcPts val="0"/>
              </a:spcBef>
              <a:spcAft>
                <a:spcPts val="0"/>
              </a:spcAft>
              <a:buClr>
                <a:schemeClr val="dk1"/>
              </a:buClr>
              <a:buSzPts val="3000"/>
              <a:buFont typeface="VT323"/>
              <a:buNone/>
              <a:defRPr sz="3000" b="0" i="0" u="none" strike="noStrike" cap="none">
                <a:solidFill>
                  <a:schemeClr val="dk1"/>
                </a:solidFill>
                <a:latin typeface="VT323"/>
                <a:ea typeface="VT323"/>
                <a:cs typeface="VT323"/>
                <a:sym typeface="VT323"/>
              </a:defRPr>
            </a:lvl8pPr>
            <a:lvl9pPr marR="0" lvl="8" algn="l" rtl="0">
              <a:lnSpc>
                <a:spcPct val="100000"/>
              </a:lnSpc>
              <a:spcBef>
                <a:spcPts val="0"/>
              </a:spcBef>
              <a:spcAft>
                <a:spcPts val="0"/>
              </a:spcAft>
              <a:buClr>
                <a:schemeClr val="dk1"/>
              </a:buClr>
              <a:buSzPts val="3000"/>
              <a:buFont typeface="VT323"/>
              <a:buNone/>
              <a:defRPr sz="3000" b="0" i="0" u="none" strike="noStrike" cap="none">
                <a:solidFill>
                  <a:schemeClr val="dk1"/>
                </a:solidFill>
                <a:latin typeface="VT323"/>
                <a:ea typeface="VT323"/>
                <a:cs typeface="VT323"/>
                <a:sym typeface="VT323"/>
              </a:defRPr>
            </a:lvl9pPr>
          </a:lstStyle>
          <a:p>
            <a:r>
              <a:rPr lang="en" dirty="0"/>
              <a:t>10</a:t>
            </a:r>
          </a:p>
        </p:txBody>
      </p:sp>
      <p:sp>
        <p:nvSpPr>
          <p:cNvPr id="24" name="Google Shape;242;p30">
            <a:extLst>
              <a:ext uri="{FF2B5EF4-FFF2-40B4-BE49-F238E27FC236}">
                <a16:creationId xmlns:a16="http://schemas.microsoft.com/office/drawing/2014/main" id="{753A8A32-52EC-426B-B143-5EDCDBF34A45}"/>
              </a:ext>
            </a:extLst>
          </p:cNvPr>
          <p:cNvSpPr txBox="1">
            <a:spLocks/>
          </p:cNvSpPr>
          <p:nvPr/>
        </p:nvSpPr>
        <p:spPr>
          <a:xfrm>
            <a:off x="6251461" y="2715926"/>
            <a:ext cx="865800" cy="310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VT323"/>
              <a:buNone/>
              <a:defRPr sz="2700" b="0" i="0" u="none" strike="noStrike" cap="none">
                <a:solidFill>
                  <a:schemeClr val="dk2"/>
                </a:solidFill>
                <a:latin typeface="VT323"/>
                <a:ea typeface="VT323"/>
                <a:cs typeface="VT323"/>
                <a:sym typeface="VT323"/>
              </a:defRPr>
            </a:lvl1pPr>
            <a:lvl2pPr marR="0" lvl="1" algn="l" rtl="0">
              <a:lnSpc>
                <a:spcPct val="100000"/>
              </a:lnSpc>
              <a:spcBef>
                <a:spcPts val="0"/>
              </a:spcBef>
              <a:spcAft>
                <a:spcPts val="0"/>
              </a:spcAft>
              <a:buClr>
                <a:schemeClr val="dk1"/>
              </a:buClr>
              <a:buSzPts val="3000"/>
              <a:buFont typeface="VT323"/>
              <a:buNone/>
              <a:defRPr sz="3000" b="0" i="0" u="none" strike="noStrike" cap="none">
                <a:solidFill>
                  <a:schemeClr val="dk1"/>
                </a:solidFill>
                <a:latin typeface="VT323"/>
                <a:ea typeface="VT323"/>
                <a:cs typeface="VT323"/>
                <a:sym typeface="VT323"/>
              </a:defRPr>
            </a:lvl2pPr>
            <a:lvl3pPr marR="0" lvl="2" algn="l" rtl="0">
              <a:lnSpc>
                <a:spcPct val="100000"/>
              </a:lnSpc>
              <a:spcBef>
                <a:spcPts val="0"/>
              </a:spcBef>
              <a:spcAft>
                <a:spcPts val="0"/>
              </a:spcAft>
              <a:buClr>
                <a:schemeClr val="dk1"/>
              </a:buClr>
              <a:buSzPts val="3000"/>
              <a:buFont typeface="VT323"/>
              <a:buNone/>
              <a:defRPr sz="3000" b="0" i="0" u="none" strike="noStrike" cap="none">
                <a:solidFill>
                  <a:schemeClr val="dk1"/>
                </a:solidFill>
                <a:latin typeface="VT323"/>
                <a:ea typeface="VT323"/>
                <a:cs typeface="VT323"/>
                <a:sym typeface="VT323"/>
              </a:defRPr>
            </a:lvl3pPr>
            <a:lvl4pPr marR="0" lvl="3" algn="l" rtl="0">
              <a:lnSpc>
                <a:spcPct val="100000"/>
              </a:lnSpc>
              <a:spcBef>
                <a:spcPts val="0"/>
              </a:spcBef>
              <a:spcAft>
                <a:spcPts val="0"/>
              </a:spcAft>
              <a:buClr>
                <a:schemeClr val="dk1"/>
              </a:buClr>
              <a:buSzPts val="3000"/>
              <a:buFont typeface="VT323"/>
              <a:buNone/>
              <a:defRPr sz="3000" b="0" i="0" u="none" strike="noStrike" cap="none">
                <a:solidFill>
                  <a:schemeClr val="dk1"/>
                </a:solidFill>
                <a:latin typeface="VT323"/>
                <a:ea typeface="VT323"/>
                <a:cs typeface="VT323"/>
                <a:sym typeface="VT323"/>
              </a:defRPr>
            </a:lvl4pPr>
            <a:lvl5pPr marR="0" lvl="4" algn="l" rtl="0">
              <a:lnSpc>
                <a:spcPct val="100000"/>
              </a:lnSpc>
              <a:spcBef>
                <a:spcPts val="0"/>
              </a:spcBef>
              <a:spcAft>
                <a:spcPts val="0"/>
              </a:spcAft>
              <a:buClr>
                <a:schemeClr val="dk1"/>
              </a:buClr>
              <a:buSzPts val="3000"/>
              <a:buFont typeface="VT323"/>
              <a:buNone/>
              <a:defRPr sz="3000" b="0" i="0" u="none" strike="noStrike" cap="none">
                <a:solidFill>
                  <a:schemeClr val="dk1"/>
                </a:solidFill>
                <a:latin typeface="VT323"/>
                <a:ea typeface="VT323"/>
                <a:cs typeface="VT323"/>
                <a:sym typeface="VT323"/>
              </a:defRPr>
            </a:lvl5pPr>
            <a:lvl6pPr marR="0" lvl="5" algn="l" rtl="0">
              <a:lnSpc>
                <a:spcPct val="100000"/>
              </a:lnSpc>
              <a:spcBef>
                <a:spcPts val="0"/>
              </a:spcBef>
              <a:spcAft>
                <a:spcPts val="0"/>
              </a:spcAft>
              <a:buClr>
                <a:schemeClr val="dk1"/>
              </a:buClr>
              <a:buSzPts val="3000"/>
              <a:buFont typeface="VT323"/>
              <a:buNone/>
              <a:defRPr sz="3000" b="0" i="0" u="none" strike="noStrike" cap="none">
                <a:solidFill>
                  <a:schemeClr val="dk1"/>
                </a:solidFill>
                <a:latin typeface="VT323"/>
                <a:ea typeface="VT323"/>
                <a:cs typeface="VT323"/>
                <a:sym typeface="VT323"/>
              </a:defRPr>
            </a:lvl6pPr>
            <a:lvl7pPr marR="0" lvl="6" algn="l" rtl="0">
              <a:lnSpc>
                <a:spcPct val="100000"/>
              </a:lnSpc>
              <a:spcBef>
                <a:spcPts val="0"/>
              </a:spcBef>
              <a:spcAft>
                <a:spcPts val="0"/>
              </a:spcAft>
              <a:buClr>
                <a:schemeClr val="dk1"/>
              </a:buClr>
              <a:buSzPts val="3000"/>
              <a:buFont typeface="VT323"/>
              <a:buNone/>
              <a:defRPr sz="3000" b="0" i="0" u="none" strike="noStrike" cap="none">
                <a:solidFill>
                  <a:schemeClr val="dk1"/>
                </a:solidFill>
                <a:latin typeface="VT323"/>
                <a:ea typeface="VT323"/>
                <a:cs typeface="VT323"/>
                <a:sym typeface="VT323"/>
              </a:defRPr>
            </a:lvl7pPr>
            <a:lvl8pPr marR="0" lvl="7" algn="l" rtl="0">
              <a:lnSpc>
                <a:spcPct val="100000"/>
              </a:lnSpc>
              <a:spcBef>
                <a:spcPts val="0"/>
              </a:spcBef>
              <a:spcAft>
                <a:spcPts val="0"/>
              </a:spcAft>
              <a:buClr>
                <a:schemeClr val="dk1"/>
              </a:buClr>
              <a:buSzPts val="3000"/>
              <a:buFont typeface="VT323"/>
              <a:buNone/>
              <a:defRPr sz="3000" b="0" i="0" u="none" strike="noStrike" cap="none">
                <a:solidFill>
                  <a:schemeClr val="dk1"/>
                </a:solidFill>
                <a:latin typeface="VT323"/>
                <a:ea typeface="VT323"/>
                <a:cs typeface="VT323"/>
                <a:sym typeface="VT323"/>
              </a:defRPr>
            </a:lvl8pPr>
            <a:lvl9pPr marR="0" lvl="8" algn="l" rtl="0">
              <a:lnSpc>
                <a:spcPct val="100000"/>
              </a:lnSpc>
              <a:spcBef>
                <a:spcPts val="0"/>
              </a:spcBef>
              <a:spcAft>
                <a:spcPts val="0"/>
              </a:spcAft>
              <a:buClr>
                <a:schemeClr val="dk1"/>
              </a:buClr>
              <a:buSzPts val="3000"/>
              <a:buFont typeface="VT323"/>
              <a:buNone/>
              <a:defRPr sz="3000" b="0" i="0" u="none" strike="noStrike" cap="none">
                <a:solidFill>
                  <a:schemeClr val="dk1"/>
                </a:solidFill>
                <a:latin typeface="VT323"/>
                <a:ea typeface="VT323"/>
                <a:cs typeface="VT323"/>
                <a:sym typeface="VT323"/>
              </a:defRPr>
            </a:lvl9pPr>
          </a:lstStyle>
          <a:p>
            <a:r>
              <a:rPr lang="en" dirty="0"/>
              <a:t>11</a:t>
            </a:r>
          </a:p>
        </p:txBody>
      </p:sp>
      <p:sp>
        <p:nvSpPr>
          <p:cNvPr id="25" name="Google Shape;243;p30">
            <a:extLst>
              <a:ext uri="{FF2B5EF4-FFF2-40B4-BE49-F238E27FC236}">
                <a16:creationId xmlns:a16="http://schemas.microsoft.com/office/drawing/2014/main" id="{541012EB-8DF8-44FD-8F63-43B4217EBF89}"/>
              </a:ext>
            </a:extLst>
          </p:cNvPr>
          <p:cNvSpPr txBox="1">
            <a:spLocks/>
          </p:cNvSpPr>
          <p:nvPr/>
        </p:nvSpPr>
        <p:spPr>
          <a:xfrm>
            <a:off x="6251463" y="3360174"/>
            <a:ext cx="865800" cy="310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VT323"/>
              <a:buNone/>
              <a:defRPr sz="2700" b="0" i="0" u="none" strike="noStrike" cap="none">
                <a:solidFill>
                  <a:schemeClr val="dk2"/>
                </a:solidFill>
                <a:latin typeface="VT323"/>
                <a:ea typeface="VT323"/>
                <a:cs typeface="VT323"/>
                <a:sym typeface="VT323"/>
              </a:defRPr>
            </a:lvl1pPr>
            <a:lvl2pPr marR="0" lvl="1" algn="l" rtl="0">
              <a:lnSpc>
                <a:spcPct val="100000"/>
              </a:lnSpc>
              <a:spcBef>
                <a:spcPts val="0"/>
              </a:spcBef>
              <a:spcAft>
                <a:spcPts val="0"/>
              </a:spcAft>
              <a:buClr>
                <a:schemeClr val="dk1"/>
              </a:buClr>
              <a:buSzPts val="3000"/>
              <a:buFont typeface="VT323"/>
              <a:buNone/>
              <a:defRPr sz="3000" b="0" i="0" u="none" strike="noStrike" cap="none">
                <a:solidFill>
                  <a:schemeClr val="dk1"/>
                </a:solidFill>
                <a:latin typeface="VT323"/>
                <a:ea typeface="VT323"/>
                <a:cs typeface="VT323"/>
                <a:sym typeface="VT323"/>
              </a:defRPr>
            </a:lvl2pPr>
            <a:lvl3pPr marR="0" lvl="2" algn="l" rtl="0">
              <a:lnSpc>
                <a:spcPct val="100000"/>
              </a:lnSpc>
              <a:spcBef>
                <a:spcPts val="0"/>
              </a:spcBef>
              <a:spcAft>
                <a:spcPts val="0"/>
              </a:spcAft>
              <a:buClr>
                <a:schemeClr val="dk1"/>
              </a:buClr>
              <a:buSzPts val="3000"/>
              <a:buFont typeface="VT323"/>
              <a:buNone/>
              <a:defRPr sz="3000" b="0" i="0" u="none" strike="noStrike" cap="none">
                <a:solidFill>
                  <a:schemeClr val="dk1"/>
                </a:solidFill>
                <a:latin typeface="VT323"/>
                <a:ea typeface="VT323"/>
                <a:cs typeface="VT323"/>
                <a:sym typeface="VT323"/>
              </a:defRPr>
            </a:lvl3pPr>
            <a:lvl4pPr marR="0" lvl="3" algn="l" rtl="0">
              <a:lnSpc>
                <a:spcPct val="100000"/>
              </a:lnSpc>
              <a:spcBef>
                <a:spcPts val="0"/>
              </a:spcBef>
              <a:spcAft>
                <a:spcPts val="0"/>
              </a:spcAft>
              <a:buClr>
                <a:schemeClr val="dk1"/>
              </a:buClr>
              <a:buSzPts val="3000"/>
              <a:buFont typeface="VT323"/>
              <a:buNone/>
              <a:defRPr sz="3000" b="0" i="0" u="none" strike="noStrike" cap="none">
                <a:solidFill>
                  <a:schemeClr val="dk1"/>
                </a:solidFill>
                <a:latin typeface="VT323"/>
                <a:ea typeface="VT323"/>
                <a:cs typeface="VT323"/>
                <a:sym typeface="VT323"/>
              </a:defRPr>
            </a:lvl4pPr>
            <a:lvl5pPr marR="0" lvl="4" algn="l" rtl="0">
              <a:lnSpc>
                <a:spcPct val="100000"/>
              </a:lnSpc>
              <a:spcBef>
                <a:spcPts val="0"/>
              </a:spcBef>
              <a:spcAft>
                <a:spcPts val="0"/>
              </a:spcAft>
              <a:buClr>
                <a:schemeClr val="dk1"/>
              </a:buClr>
              <a:buSzPts val="3000"/>
              <a:buFont typeface="VT323"/>
              <a:buNone/>
              <a:defRPr sz="3000" b="0" i="0" u="none" strike="noStrike" cap="none">
                <a:solidFill>
                  <a:schemeClr val="dk1"/>
                </a:solidFill>
                <a:latin typeface="VT323"/>
                <a:ea typeface="VT323"/>
                <a:cs typeface="VT323"/>
                <a:sym typeface="VT323"/>
              </a:defRPr>
            </a:lvl5pPr>
            <a:lvl6pPr marR="0" lvl="5" algn="l" rtl="0">
              <a:lnSpc>
                <a:spcPct val="100000"/>
              </a:lnSpc>
              <a:spcBef>
                <a:spcPts val="0"/>
              </a:spcBef>
              <a:spcAft>
                <a:spcPts val="0"/>
              </a:spcAft>
              <a:buClr>
                <a:schemeClr val="dk1"/>
              </a:buClr>
              <a:buSzPts val="3000"/>
              <a:buFont typeface="VT323"/>
              <a:buNone/>
              <a:defRPr sz="3000" b="0" i="0" u="none" strike="noStrike" cap="none">
                <a:solidFill>
                  <a:schemeClr val="dk1"/>
                </a:solidFill>
                <a:latin typeface="VT323"/>
                <a:ea typeface="VT323"/>
                <a:cs typeface="VT323"/>
                <a:sym typeface="VT323"/>
              </a:defRPr>
            </a:lvl6pPr>
            <a:lvl7pPr marR="0" lvl="6" algn="l" rtl="0">
              <a:lnSpc>
                <a:spcPct val="100000"/>
              </a:lnSpc>
              <a:spcBef>
                <a:spcPts val="0"/>
              </a:spcBef>
              <a:spcAft>
                <a:spcPts val="0"/>
              </a:spcAft>
              <a:buClr>
                <a:schemeClr val="dk1"/>
              </a:buClr>
              <a:buSzPts val="3000"/>
              <a:buFont typeface="VT323"/>
              <a:buNone/>
              <a:defRPr sz="3000" b="0" i="0" u="none" strike="noStrike" cap="none">
                <a:solidFill>
                  <a:schemeClr val="dk1"/>
                </a:solidFill>
                <a:latin typeface="VT323"/>
                <a:ea typeface="VT323"/>
                <a:cs typeface="VT323"/>
                <a:sym typeface="VT323"/>
              </a:defRPr>
            </a:lvl7pPr>
            <a:lvl8pPr marR="0" lvl="7" algn="l" rtl="0">
              <a:lnSpc>
                <a:spcPct val="100000"/>
              </a:lnSpc>
              <a:spcBef>
                <a:spcPts val="0"/>
              </a:spcBef>
              <a:spcAft>
                <a:spcPts val="0"/>
              </a:spcAft>
              <a:buClr>
                <a:schemeClr val="dk1"/>
              </a:buClr>
              <a:buSzPts val="3000"/>
              <a:buFont typeface="VT323"/>
              <a:buNone/>
              <a:defRPr sz="3000" b="0" i="0" u="none" strike="noStrike" cap="none">
                <a:solidFill>
                  <a:schemeClr val="dk1"/>
                </a:solidFill>
                <a:latin typeface="VT323"/>
                <a:ea typeface="VT323"/>
                <a:cs typeface="VT323"/>
                <a:sym typeface="VT323"/>
              </a:defRPr>
            </a:lvl8pPr>
            <a:lvl9pPr marR="0" lvl="8" algn="l" rtl="0">
              <a:lnSpc>
                <a:spcPct val="100000"/>
              </a:lnSpc>
              <a:spcBef>
                <a:spcPts val="0"/>
              </a:spcBef>
              <a:spcAft>
                <a:spcPts val="0"/>
              </a:spcAft>
              <a:buClr>
                <a:schemeClr val="dk1"/>
              </a:buClr>
              <a:buSzPts val="3000"/>
              <a:buFont typeface="VT323"/>
              <a:buNone/>
              <a:defRPr sz="3000" b="0" i="0" u="none" strike="noStrike" cap="none">
                <a:solidFill>
                  <a:schemeClr val="dk1"/>
                </a:solidFill>
                <a:latin typeface="VT323"/>
                <a:ea typeface="VT323"/>
                <a:cs typeface="VT323"/>
                <a:sym typeface="VT323"/>
              </a:defRPr>
            </a:lvl9pPr>
          </a:lstStyle>
          <a:p>
            <a:r>
              <a:rPr lang="en" dirty="0"/>
              <a:t>12</a:t>
            </a:r>
          </a:p>
        </p:txBody>
      </p:sp>
      <p:sp>
        <p:nvSpPr>
          <p:cNvPr id="26" name="Google Shape;244;p30">
            <a:extLst>
              <a:ext uri="{FF2B5EF4-FFF2-40B4-BE49-F238E27FC236}">
                <a16:creationId xmlns:a16="http://schemas.microsoft.com/office/drawing/2014/main" id="{1EC5BEBE-B10B-49CE-830D-55CDFF9DBD00}"/>
              </a:ext>
            </a:extLst>
          </p:cNvPr>
          <p:cNvSpPr txBox="1">
            <a:spLocks/>
          </p:cNvSpPr>
          <p:nvPr/>
        </p:nvSpPr>
        <p:spPr>
          <a:xfrm>
            <a:off x="6251463" y="1427430"/>
            <a:ext cx="865800" cy="310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VT323"/>
              <a:buNone/>
              <a:defRPr sz="2700" b="0" i="0" u="none" strike="noStrike" cap="none">
                <a:solidFill>
                  <a:schemeClr val="dk2"/>
                </a:solidFill>
                <a:latin typeface="VT323"/>
                <a:ea typeface="VT323"/>
                <a:cs typeface="VT323"/>
                <a:sym typeface="VT323"/>
              </a:defRPr>
            </a:lvl1pPr>
            <a:lvl2pPr marR="0" lvl="1" algn="ctr" rtl="0">
              <a:lnSpc>
                <a:spcPct val="100000"/>
              </a:lnSpc>
              <a:spcBef>
                <a:spcPts val="0"/>
              </a:spcBef>
              <a:spcAft>
                <a:spcPts val="0"/>
              </a:spcAft>
              <a:buClr>
                <a:schemeClr val="dk1"/>
              </a:buClr>
              <a:buSzPts val="6200"/>
              <a:buFont typeface="VT323"/>
              <a:buNone/>
              <a:defRPr sz="6200" b="0" i="0" u="none" strike="noStrike" cap="none">
                <a:solidFill>
                  <a:schemeClr val="dk1"/>
                </a:solidFill>
                <a:latin typeface="VT323"/>
                <a:ea typeface="VT323"/>
                <a:cs typeface="VT323"/>
                <a:sym typeface="VT323"/>
              </a:defRPr>
            </a:lvl2pPr>
            <a:lvl3pPr marR="0" lvl="2" algn="ctr" rtl="0">
              <a:lnSpc>
                <a:spcPct val="100000"/>
              </a:lnSpc>
              <a:spcBef>
                <a:spcPts val="0"/>
              </a:spcBef>
              <a:spcAft>
                <a:spcPts val="0"/>
              </a:spcAft>
              <a:buClr>
                <a:schemeClr val="dk1"/>
              </a:buClr>
              <a:buSzPts val="6200"/>
              <a:buFont typeface="VT323"/>
              <a:buNone/>
              <a:defRPr sz="6200" b="0" i="0" u="none" strike="noStrike" cap="none">
                <a:solidFill>
                  <a:schemeClr val="dk1"/>
                </a:solidFill>
                <a:latin typeface="VT323"/>
                <a:ea typeface="VT323"/>
                <a:cs typeface="VT323"/>
                <a:sym typeface="VT323"/>
              </a:defRPr>
            </a:lvl3pPr>
            <a:lvl4pPr marR="0" lvl="3" algn="ctr" rtl="0">
              <a:lnSpc>
                <a:spcPct val="100000"/>
              </a:lnSpc>
              <a:spcBef>
                <a:spcPts val="0"/>
              </a:spcBef>
              <a:spcAft>
                <a:spcPts val="0"/>
              </a:spcAft>
              <a:buClr>
                <a:schemeClr val="dk1"/>
              </a:buClr>
              <a:buSzPts val="6200"/>
              <a:buFont typeface="VT323"/>
              <a:buNone/>
              <a:defRPr sz="6200" b="0" i="0" u="none" strike="noStrike" cap="none">
                <a:solidFill>
                  <a:schemeClr val="dk1"/>
                </a:solidFill>
                <a:latin typeface="VT323"/>
                <a:ea typeface="VT323"/>
                <a:cs typeface="VT323"/>
                <a:sym typeface="VT323"/>
              </a:defRPr>
            </a:lvl4pPr>
            <a:lvl5pPr marR="0" lvl="4" algn="ctr" rtl="0">
              <a:lnSpc>
                <a:spcPct val="100000"/>
              </a:lnSpc>
              <a:spcBef>
                <a:spcPts val="0"/>
              </a:spcBef>
              <a:spcAft>
                <a:spcPts val="0"/>
              </a:spcAft>
              <a:buClr>
                <a:schemeClr val="dk1"/>
              </a:buClr>
              <a:buSzPts val="6200"/>
              <a:buFont typeface="VT323"/>
              <a:buNone/>
              <a:defRPr sz="6200" b="0" i="0" u="none" strike="noStrike" cap="none">
                <a:solidFill>
                  <a:schemeClr val="dk1"/>
                </a:solidFill>
                <a:latin typeface="VT323"/>
                <a:ea typeface="VT323"/>
                <a:cs typeface="VT323"/>
                <a:sym typeface="VT323"/>
              </a:defRPr>
            </a:lvl5pPr>
            <a:lvl6pPr marR="0" lvl="5" algn="ctr" rtl="0">
              <a:lnSpc>
                <a:spcPct val="100000"/>
              </a:lnSpc>
              <a:spcBef>
                <a:spcPts val="0"/>
              </a:spcBef>
              <a:spcAft>
                <a:spcPts val="0"/>
              </a:spcAft>
              <a:buClr>
                <a:schemeClr val="dk1"/>
              </a:buClr>
              <a:buSzPts val="6200"/>
              <a:buFont typeface="VT323"/>
              <a:buNone/>
              <a:defRPr sz="6200" b="0" i="0" u="none" strike="noStrike" cap="none">
                <a:solidFill>
                  <a:schemeClr val="dk1"/>
                </a:solidFill>
                <a:latin typeface="VT323"/>
                <a:ea typeface="VT323"/>
                <a:cs typeface="VT323"/>
                <a:sym typeface="VT323"/>
              </a:defRPr>
            </a:lvl6pPr>
            <a:lvl7pPr marR="0" lvl="6" algn="ctr" rtl="0">
              <a:lnSpc>
                <a:spcPct val="100000"/>
              </a:lnSpc>
              <a:spcBef>
                <a:spcPts val="0"/>
              </a:spcBef>
              <a:spcAft>
                <a:spcPts val="0"/>
              </a:spcAft>
              <a:buClr>
                <a:schemeClr val="dk1"/>
              </a:buClr>
              <a:buSzPts val="6200"/>
              <a:buFont typeface="VT323"/>
              <a:buNone/>
              <a:defRPr sz="6200" b="0" i="0" u="none" strike="noStrike" cap="none">
                <a:solidFill>
                  <a:schemeClr val="dk1"/>
                </a:solidFill>
                <a:latin typeface="VT323"/>
                <a:ea typeface="VT323"/>
                <a:cs typeface="VT323"/>
                <a:sym typeface="VT323"/>
              </a:defRPr>
            </a:lvl7pPr>
            <a:lvl8pPr marR="0" lvl="7" algn="ctr" rtl="0">
              <a:lnSpc>
                <a:spcPct val="100000"/>
              </a:lnSpc>
              <a:spcBef>
                <a:spcPts val="0"/>
              </a:spcBef>
              <a:spcAft>
                <a:spcPts val="0"/>
              </a:spcAft>
              <a:buClr>
                <a:schemeClr val="dk1"/>
              </a:buClr>
              <a:buSzPts val="6200"/>
              <a:buFont typeface="VT323"/>
              <a:buNone/>
              <a:defRPr sz="6200" b="0" i="0" u="none" strike="noStrike" cap="none">
                <a:solidFill>
                  <a:schemeClr val="dk1"/>
                </a:solidFill>
                <a:latin typeface="VT323"/>
                <a:ea typeface="VT323"/>
                <a:cs typeface="VT323"/>
                <a:sym typeface="VT323"/>
              </a:defRPr>
            </a:lvl8pPr>
            <a:lvl9pPr marR="0" lvl="8" algn="ctr" rtl="0">
              <a:lnSpc>
                <a:spcPct val="100000"/>
              </a:lnSpc>
              <a:spcBef>
                <a:spcPts val="0"/>
              </a:spcBef>
              <a:spcAft>
                <a:spcPts val="0"/>
              </a:spcAft>
              <a:buClr>
                <a:schemeClr val="dk1"/>
              </a:buClr>
              <a:buSzPts val="6200"/>
              <a:buFont typeface="VT323"/>
              <a:buNone/>
              <a:defRPr sz="6200" b="0" i="0" u="none" strike="noStrike" cap="none">
                <a:solidFill>
                  <a:schemeClr val="dk1"/>
                </a:solidFill>
                <a:latin typeface="VT323"/>
                <a:ea typeface="VT323"/>
                <a:cs typeface="VT323"/>
                <a:sym typeface="VT323"/>
              </a:defRPr>
            </a:lvl9pPr>
          </a:lstStyle>
          <a:p>
            <a:r>
              <a:rPr lang="en" dirty="0"/>
              <a:t>09</a:t>
            </a:r>
          </a:p>
        </p:txBody>
      </p:sp>
      <p:sp>
        <p:nvSpPr>
          <p:cNvPr id="27" name="Google Shape;236;p30">
            <a:extLst>
              <a:ext uri="{FF2B5EF4-FFF2-40B4-BE49-F238E27FC236}">
                <a16:creationId xmlns:a16="http://schemas.microsoft.com/office/drawing/2014/main" id="{4B1682C4-FF26-4A50-8FC8-EEC6F2529331}"/>
              </a:ext>
            </a:extLst>
          </p:cNvPr>
          <p:cNvSpPr txBox="1">
            <a:spLocks/>
          </p:cNvSpPr>
          <p:nvPr/>
        </p:nvSpPr>
        <p:spPr>
          <a:xfrm>
            <a:off x="1650523" y="4105784"/>
            <a:ext cx="2799900" cy="539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95000"/>
              </a:lnSpc>
              <a:spcBef>
                <a:spcPts val="0"/>
              </a:spcBef>
              <a:spcAft>
                <a:spcPts val="0"/>
              </a:spcAft>
              <a:buClr>
                <a:schemeClr val="dk1"/>
              </a:buClr>
              <a:buSzPts val="1400"/>
              <a:buFont typeface="Raleway"/>
              <a:buNone/>
              <a:defRPr sz="2300" b="0" i="0" u="none" strike="noStrike" cap="none">
                <a:solidFill>
                  <a:schemeClr val="dk1"/>
                </a:solidFill>
                <a:latin typeface="VT323"/>
                <a:ea typeface="VT323"/>
                <a:cs typeface="VT323"/>
                <a:sym typeface="VT323"/>
              </a:defRPr>
            </a:lvl1pPr>
            <a:lvl2pPr marL="914400" marR="0" lvl="1" indent="-317500" algn="l" rtl="0">
              <a:lnSpc>
                <a:spcPct val="95000"/>
              </a:lnSpc>
              <a:spcBef>
                <a:spcPts val="0"/>
              </a:spcBef>
              <a:spcAft>
                <a:spcPts val="0"/>
              </a:spcAft>
              <a:buClr>
                <a:schemeClr val="dk1"/>
              </a:buClr>
              <a:buSzPts val="1400"/>
              <a:buFont typeface="Raleway"/>
              <a:buNone/>
              <a:defRPr sz="1400" b="1" i="0" u="none" strike="noStrike" cap="none">
                <a:solidFill>
                  <a:schemeClr val="dk1"/>
                </a:solidFill>
                <a:latin typeface="Raleway"/>
                <a:ea typeface="Raleway"/>
                <a:cs typeface="Raleway"/>
                <a:sym typeface="Raleway"/>
              </a:defRPr>
            </a:lvl2pPr>
            <a:lvl3pPr marL="1371600" marR="0" lvl="2" indent="-317500" algn="l" rtl="0">
              <a:lnSpc>
                <a:spcPct val="95000"/>
              </a:lnSpc>
              <a:spcBef>
                <a:spcPts val="0"/>
              </a:spcBef>
              <a:spcAft>
                <a:spcPts val="0"/>
              </a:spcAft>
              <a:buClr>
                <a:schemeClr val="dk1"/>
              </a:buClr>
              <a:buSzPts val="1400"/>
              <a:buFont typeface="Raleway"/>
              <a:buNone/>
              <a:defRPr sz="1400" b="1" i="0" u="none" strike="noStrike" cap="none">
                <a:solidFill>
                  <a:schemeClr val="dk1"/>
                </a:solidFill>
                <a:latin typeface="Raleway"/>
                <a:ea typeface="Raleway"/>
                <a:cs typeface="Raleway"/>
                <a:sym typeface="Raleway"/>
              </a:defRPr>
            </a:lvl3pPr>
            <a:lvl4pPr marL="1828800" marR="0" lvl="3" indent="-317500" algn="l" rtl="0">
              <a:lnSpc>
                <a:spcPct val="95000"/>
              </a:lnSpc>
              <a:spcBef>
                <a:spcPts val="0"/>
              </a:spcBef>
              <a:spcAft>
                <a:spcPts val="0"/>
              </a:spcAft>
              <a:buClr>
                <a:schemeClr val="dk1"/>
              </a:buClr>
              <a:buSzPts val="1400"/>
              <a:buFont typeface="Raleway"/>
              <a:buNone/>
              <a:defRPr sz="1400" b="1" i="0" u="none" strike="noStrike" cap="none">
                <a:solidFill>
                  <a:schemeClr val="dk1"/>
                </a:solidFill>
                <a:latin typeface="Raleway"/>
                <a:ea typeface="Raleway"/>
                <a:cs typeface="Raleway"/>
                <a:sym typeface="Raleway"/>
              </a:defRPr>
            </a:lvl4pPr>
            <a:lvl5pPr marL="2286000" marR="0" lvl="4" indent="-317500" algn="l" rtl="0">
              <a:lnSpc>
                <a:spcPct val="95000"/>
              </a:lnSpc>
              <a:spcBef>
                <a:spcPts val="0"/>
              </a:spcBef>
              <a:spcAft>
                <a:spcPts val="0"/>
              </a:spcAft>
              <a:buClr>
                <a:schemeClr val="dk1"/>
              </a:buClr>
              <a:buSzPts val="1400"/>
              <a:buFont typeface="Raleway"/>
              <a:buNone/>
              <a:defRPr sz="1400" b="1" i="0" u="none" strike="noStrike" cap="none">
                <a:solidFill>
                  <a:schemeClr val="dk1"/>
                </a:solidFill>
                <a:latin typeface="Raleway"/>
                <a:ea typeface="Raleway"/>
                <a:cs typeface="Raleway"/>
                <a:sym typeface="Raleway"/>
              </a:defRPr>
            </a:lvl5pPr>
            <a:lvl6pPr marL="2743200" marR="0" lvl="5" indent="-317500" algn="l" rtl="0">
              <a:lnSpc>
                <a:spcPct val="95000"/>
              </a:lnSpc>
              <a:spcBef>
                <a:spcPts val="0"/>
              </a:spcBef>
              <a:spcAft>
                <a:spcPts val="0"/>
              </a:spcAft>
              <a:buClr>
                <a:schemeClr val="dk1"/>
              </a:buClr>
              <a:buSzPts val="1400"/>
              <a:buFont typeface="Raleway"/>
              <a:buNone/>
              <a:defRPr sz="1400" b="1" i="0" u="none" strike="noStrike" cap="none">
                <a:solidFill>
                  <a:schemeClr val="dk1"/>
                </a:solidFill>
                <a:latin typeface="Raleway"/>
                <a:ea typeface="Raleway"/>
                <a:cs typeface="Raleway"/>
                <a:sym typeface="Raleway"/>
              </a:defRPr>
            </a:lvl6pPr>
            <a:lvl7pPr marL="3200400" marR="0" lvl="6" indent="-317500" algn="l" rtl="0">
              <a:lnSpc>
                <a:spcPct val="95000"/>
              </a:lnSpc>
              <a:spcBef>
                <a:spcPts val="0"/>
              </a:spcBef>
              <a:spcAft>
                <a:spcPts val="0"/>
              </a:spcAft>
              <a:buClr>
                <a:schemeClr val="dk1"/>
              </a:buClr>
              <a:buSzPts val="1400"/>
              <a:buFont typeface="Raleway"/>
              <a:buNone/>
              <a:defRPr sz="1400" b="1" i="0" u="none" strike="noStrike" cap="none">
                <a:solidFill>
                  <a:schemeClr val="dk1"/>
                </a:solidFill>
                <a:latin typeface="Raleway"/>
                <a:ea typeface="Raleway"/>
                <a:cs typeface="Raleway"/>
                <a:sym typeface="Raleway"/>
              </a:defRPr>
            </a:lvl7pPr>
            <a:lvl8pPr marL="3657600" marR="0" lvl="7" indent="-317500" algn="l" rtl="0">
              <a:lnSpc>
                <a:spcPct val="95000"/>
              </a:lnSpc>
              <a:spcBef>
                <a:spcPts val="0"/>
              </a:spcBef>
              <a:spcAft>
                <a:spcPts val="0"/>
              </a:spcAft>
              <a:buClr>
                <a:schemeClr val="dk1"/>
              </a:buClr>
              <a:buSzPts val="1400"/>
              <a:buFont typeface="Raleway"/>
              <a:buNone/>
              <a:defRPr sz="1400" b="1" i="0" u="none" strike="noStrike" cap="none">
                <a:solidFill>
                  <a:schemeClr val="dk1"/>
                </a:solidFill>
                <a:latin typeface="Raleway"/>
                <a:ea typeface="Raleway"/>
                <a:cs typeface="Raleway"/>
                <a:sym typeface="Raleway"/>
              </a:defRPr>
            </a:lvl8pPr>
            <a:lvl9pPr marL="4114800" marR="0" lvl="8" indent="-317500" algn="l" rtl="0">
              <a:lnSpc>
                <a:spcPct val="95000"/>
              </a:lnSpc>
              <a:spcBef>
                <a:spcPts val="0"/>
              </a:spcBef>
              <a:spcAft>
                <a:spcPts val="0"/>
              </a:spcAft>
              <a:buClr>
                <a:schemeClr val="dk1"/>
              </a:buClr>
              <a:buSzPts val="1400"/>
              <a:buFont typeface="Raleway"/>
              <a:buNone/>
              <a:defRPr sz="1400" b="1" i="0" u="none" strike="noStrike" cap="none">
                <a:solidFill>
                  <a:schemeClr val="dk1"/>
                </a:solidFill>
                <a:latin typeface="Raleway"/>
                <a:ea typeface="Raleway"/>
                <a:cs typeface="Raleway"/>
                <a:sym typeface="Raleway"/>
              </a:defRPr>
            </a:lvl9pPr>
          </a:lstStyle>
          <a:p>
            <a:pPr marL="0" indent="0"/>
            <a:r>
              <a:rPr lang="en-GB" dirty="0"/>
              <a:t>Loops</a:t>
            </a:r>
          </a:p>
        </p:txBody>
      </p:sp>
      <p:sp>
        <p:nvSpPr>
          <p:cNvPr id="28" name="Google Shape;243;p30">
            <a:extLst>
              <a:ext uri="{FF2B5EF4-FFF2-40B4-BE49-F238E27FC236}">
                <a16:creationId xmlns:a16="http://schemas.microsoft.com/office/drawing/2014/main" id="{9E40A446-50A9-4023-A2BC-5A6FAAC89A0C}"/>
              </a:ext>
            </a:extLst>
          </p:cNvPr>
          <p:cNvSpPr txBox="1">
            <a:spLocks/>
          </p:cNvSpPr>
          <p:nvPr/>
        </p:nvSpPr>
        <p:spPr>
          <a:xfrm>
            <a:off x="784712" y="4220084"/>
            <a:ext cx="865800" cy="310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VT323"/>
              <a:buNone/>
              <a:defRPr sz="2700" b="0" i="0" u="none" strike="noStrike" cap="none">
                <a:solidFill>
                  <a:schemeClr val="dk2"/>
                </a:solidFill>
                <a:latin typeface="VT323"/>
                <a:ea typeface="VT323"/>
                <a:cs typeface="VT323"/>
                <a:sym typeface="VT323"/>
              </a:defRPr>
            </a:lvl1pPr>
            <a:lvl2pPr marR="0" lvl="1" algn="l" rtl="0">
              <a:lnSpc>
                <a:spcPct val="100000"/>
              </a:lnSpc>
              <a:spcBef>
                <a:spcPts val="0"/>
              </a:spcBef>
              <a:spcAft>
                <a:spcPts val="0"/>
              </a:spcAft>
              <a:buClr>
                <a:schemeClr val="dk1"/>
              </a:buClr>
              <a:buSzPts val="3000"/>
              <a:buFont typeface="VT323"/>
              <a:buNone/>
              <a:defRPr sz="3000" b="0" i="0" u="none" strike="noStrike" cap="none">
                <a:solidFill>
                  <a:schemeClr val="dk1"/>
                </a:solidFill>
                <a:latin typeface="VT323"/>
                <a:ea typeface="VT323"/>
                <a:cs typeface="VT323"/>
                <a:sym typeface="VT323"/>
              </a:defRPr>
            </a:lvl2pPr>
            <a:lvl3pPr marR="0" lvl="2" algn="l" rtl="0">
              <a:lnSpc>
                <a:spcPct val="100000"/>
              </a:lnSpc>
              <a:spcBef>
                <a:spcPts val="0"/>
              </a:spcBef>
              <a:spcAft>
                <a:spcPts val="0"/>
              </a:spcAft>
              <a:buClr>
                <a:schemeClr val="dk1"/>
              </a:buClr>
              <a:buSzPts val="3000"/>
              <a:buFont typeface="VT323"/>
              <a:buNone/>
              <a:defRPr sz="3000" b="0" i="0" u="none" strike="noStrike" cap="none">
                <a:solidFill>
                  <a:schemeClr val="dk1"/>
                </a:solidFill>
                <a:latin typeface="VT323"/>
                <a:ea typeface="VT323"/>
                <a:cs typeface="VT323"/>
                <a:sym typeface="VT323"/>
              </a:defRPr>
            </a:lvl3pPr>
            <a:lvl4pPr marR="0" lvl="3" algn="l" rtl="0">
              <a:lnSpc>
                <a:spcPct val="100000"/>
              </a:lnSpc>
              <a:spcBef>
                <a:spcPts val="0"/>
              </a:spcBef>
              <a:spcAft>
                <a:spcPts val="0"/>
              </a:spcAft>
              <a:buClr>
                <a:schemeClr val="dk1"/>
              </a:buClr>
              <a:buSzPts val="3000"/>
              <a:buFont typeface="VT323"/>
              <a:buNone/>
              <a:defRPr sz="3000" b="0" i="0" u="none" strike="noStrike" cap="none">
                <a:solidFill>
                  <a:schemeClr val="dk1"/>
                </a:solidFill>
                <a:latin typeface="VT323"/>
                <a:ea typeface="VT323"/>
                <a:cs typeface="VT323"/>
                <a:sym typeface="VT323"/>
              </a:defRPr>
            </a:lvl4pPr>
            <a:lvl5pPr marR="0" lvl="4" algn="l" rtl="0">
              <a:lnSpc>
                <a:spcPct val="100000"/>
              </a:lnSpc>
              <a:spcBef>
                <a:spcPts val="0"/>
              </a:spcBef>
              <a:spcAft>
                <a:spcPts val="0"/>
              </a:spcAft>
              <a:buClr>
                <a:schemeClr val="dk1"/>
              </a:buClr>
              <a:buSzPts val="3000"/>
              <a:buFont typeface="VT323"/>
              <a:buNone/>
              <a:defRPr sz="3000" b="0" i="0" u="none" strike="noStrike" cap="none">
                <a:solidFill>
                  <a:schemeClr val="dk1"/>
                </a:solidFill>
                <a:latin typeface="VT323"/>
                <a:ea typeface="VT323"/>
                <a:cs typeface="VT323"/>
                <a:sym typeface="VT323"/>
              </a:defRPr>
            </a:lvl5pPr>
            <a:lvl6pPr marR="0" lvl="5" algn="l" rtl="0">
              <a:lnSpc>
                <a:spcPct val="100000"/>
              </a:lnSpc>
              <a:spcBef>
                <a:spcPts val="0"/>
              </a:spcBef>
              <a:spcAft>
                <a:spcPts val="0"/>
              </a:spcAft>
              <a:buClr>
                <a:schemeClr val="dk1"/>
              </a:buClr>
              <a:buSzPts val="3000"/>
              <a:buFont typeface="VT323"/>
              <a:buNone/>
              <a:defRPr sz="3000" b="0" i="0" u="none" strike="noStrike" cap="none">
                <a:solidFill>
                  <a:schemeClr val="dk1"/>
                </a:solidFill>
                <a:latin typeface="VT323"/>
                <a:ea typeface="VT323"/>
                <a:cs typeface="VT323"/>
                <a:sym typeface="VT323"/>
              </a:defRPr>
            </a:lvl6pPr>
            <a:lvl7pPr marR="0" lvl="6" algn="l" rtl="0">
              <a:lnSpc>
                <a:spcPct val="100000"/>
              </a:lnSpc>
              <a:spcBef>
                <a:spcPts val="0"/>
              </a:spcBef>
              <a:spcAft>
                <a:spcPts val="0"/>
              </a:spcAft>
              <a:buClr>
                <a:schemeClr val="dk1"/>
              </a:buClr>
              <a:buSzPts val="3000"/>
              <a:buFont typeface="VT323"/>
              <a:buNone/>
              <a:defRPr sz="3000" b="0" i="0" u="none" strike="noStrike" cap="none">
                <a:solidFill>
                  <a:schemeClr val="dk1"/>
                </a:solidFill>
                <a:latin typeface="VT323"/>
                <a:ea typeface="VT323"/>
                <a:cs typeface="VT323"/>
                <a:sym typeface="VT323"/>
              </a:defRPr>
            </a:lvl7pPr>
            <a:lvl8pPr marR="0" lvl="7" algn="l" rtl="0">
              <a:lnSpc>
                <a:spcPct val="100000"/>
              </a:lnSpc>
              <a:spcBef>
                <a:spcPts val="0"/>
              </a:spcBef>
              <a:spcAft>
                <a:spcPts val="0"/>
              </a:spcAft>
              <a:buClr>
                <a:schemeClr val="dk1"/>
              </a:buClr>
              <a:buSzPts val="3000"/>
              <a:buFont typeface="VT323"/>
              <a:buNone/>
              <a:defRPr sz="3000" b="0" i="0" u="none" strike="noStrike" cap="none">
                <a:solidFill>
                  <a:schemeClr val="dk1"/>
                </a:solidFill>
                <a:latin typeface="VT323"/>
                <a:ea typeface="VT323"/>
                <a:cs typeface="VT323"/>
                <a:sym typeface="VT323"/>
              </a:defRPr>
            </a:lvl8pPr>
            <a:lvl9pPr marR="0" lvl="8" algn="l" rtl="0">
              <a:lnSpc>
                <a:spcPct val="100000"/>
              </a:lnSpc>
              <a:spcBef>
                <a:spcPts val="0"/>
              </a:spcBef>
              <a:spcAft>
                <a:spcPts val="0"/>
              </a:spcAft>
              <a:buClr>
                <a:schemeClr val="dk1"/>
              </a:buClr>
              <a:buSzPts val="3000"/>
              <a:buFont typeface="VT323"/>
              <a:buNone/>
              <a:defRPr sz="3000" b="0" i="0" u="none" strike="noStrike" cap="none">
                <a:solidFill>
                  <a:schemeClr val="dk1"/>
                </a:solidFill>
                <a:latin typeface="VT323"/>
                <a:ea typeface="VT323"/>
                <a:cs typeface="VT323"/>
                <a:sym typeface="VT323"/>
              </a:defRPr>
            </a:lvl9pPr>
          </a:lstStyle>
          <a:p>
            <a:r>
              <a:rPr lang="en" dirty="0"/>
              <a:t>13</a:t>
            </a:r>
          </a:p>
        </p:txBody>
      </p:sp>
      <p:sp>
        <p:nvSpPr>
          <p:cNvPr id="29" name="Google Shape;236;p30">
            <a:extLst>
              <a:ext uri="{FF2B5EF4-FFF2-40B4-BE49-F238E27FC236}">
                <a16:creationId xmlns:a16="http://schemas.microsoft.com/office/drawing/2014/main" id="{37725D39-F2FD-4E5A-9EBF-7443D34A0541}"/>
              </a:ext>
            </a:extLst>
          </p:cNvPr>
          <p:cNvSpPr txBox="1">
            <a:spLocks/>
          </p:cNvSpPr>
          <p:nvPr/>
        </p:nvSpPr>
        <p:spPr>
          <a:xfrm>
            <a:off x="3481676" y="4128242"/>
            <a:ext cx="2799900" cy="539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95000"/>
              </a:lnSpc>
              <a:spcBef>
                <a:spcPts val="0"/>
              </a:spcBef>
              <a:spcAft>
                <a:spcPts val="0"/>
              </a:spcAft>
              <a:buClr>
                <a:schemeClr val="dk1"/>
              </a:buClr>
              <a:buSzPts val="1400"/>
              <a:buFont typeface="Raleway"/>
              <a:buNone/>
              <a:defRPr sz="2300" b="0" i="0" u="none" strike="noStrike" cap="none">
                <a:solidFill>
                  <a:schemeClr val="dk1"/>
                </a:solidFill>
                <a:latin typeface="VT323"/>
                <a:ea typeface="VT323"/>
                <a:cs typeface="VT323"/>
                <a:sym typeface="VT323"/>
              </a:defRPr>
            </a:lvl1pPr>
            <a:lvl2pPr marL="914400" marR="0" lvl="1" indent="-317500" algn="l" rtl="0">
              <a:lnSpc>
                <a:spcPct val="95000"/>
              </a:lnSpc>
              <a:spcBef>
                <a:spcPts val="0"/>
              </a:spcBef>
              <a:spcAft>
                <a:spcPts val="0"/>
              </a:spcAft>
              <a:buClr>
                <a:schemeClr val="dk1"/>
              </a:buClr>
              <a:buSzPts val="1400"/>
              <a:buFont typeface="Raleway"/>
              <a:buNone/>
              <a:defRPr sz="1400" b="1" i="0" u="none" strike="noStrike" cap="none">
                <a:solidFill>
                  <a:schemeClr val="dk1"/>
                </a:solidFill>
                <a:latin typeface="Raleway"/>
                <a:ea typeface="Raleway"/>
                <a:cs typeface="Raleway"/>
                <a:sym typeface="Raleway"/>
              </a:defRPr>
            </a:lvl2pPr>
            <a:lvl3pPr marL="1371600" marR="0" lvl="2" indent="-317500" algn="l" rtl="0">
              <a:lnSpc>
                <a:spcPct val="95000"/>
              </a:lnSpc>
              <a:spcBef>
                <a:spcPts val="0"/>
              </a:spcBef>
              <a:spcAft>
                <a:spcPts val="0"/>
              </a:spcAft>
              <a:buClr>
                <a:schemeClr val="dk1"/>
              </a:buClr>
              <a:buSzPts val="1400"/>
              <a:buFont typeface="Raleway"/>
              <a:buNone/>
              <a:defRPr sz="1400" b="1" i="0" u="none" strike="noStrike" cap="none">
                <a:solidFill>
                  <a:schemeClr val="dk1"/>
                </a:solidFill>
                <a:latin typeface="Raleway"/>
                <a:ea typeface="Raleway"/>
                <a:cs typeface="Raleway"/>
                <a:sym typeface="Raleway"/>
              </a:defRPr>
            </a:lvl3pPr>
            <a:lvl4pPr marL="1828800" marR="0" lvl="3" indent="-317500" algn="l" rtl="0">
              <a:lnSpc>
                <a:spcPct val="95000"/>
              </a:lnSpc>
              <a:spcBef>
                <a:spcPts val="0"/>
              </a:spcBef>
              <a:spcAft>
                <a:spcPts val="0"/>
              </a:spcAft>
              <a:buClr>
                <a:schemeClr val="dk1"/>
              </a:buClr>
              <a:buSzPts val="1400"/>
              <a:buFont typeface="Raleway"/>
              <a:buNone/>
              <a:defRPr sz="1400" b="1" i="0" u="none" strike="noStrike" cap="none">
                <a:solidFill>
                  <a:schemeClr val="dk1"/>
                </a:solidFill>
                <a:latin typeface="Raleway"/>
                <a:ea typeface="Raleway"/>
                <a:cs typeface="Raleway"/>
                <a:sym typeface="Raleway"/>
              </a:defRPr>
            </a:lvl4pPr>
            <a:lvl5pPr marL="2286000" marR="0" lvl="4" indent="-317500" algn="l" rtl="0">
              <a:lnSpc>
                <a:spcPct val="95000"/>
              </a:lnSpc>
              <a:spcBef>
                <a:spcPts val="0"/>
              </a:spcBef>
              <a:spcAft>
                <a:spcPts val="0"/>
              </a:spcAft>
              <a:buClr>
                <a:schemeClr val="dk1"/>
              </a:buClr>
              <a:buSzPts val="1400"/>
              <a:buFont typeface="Raleway"/>
              <a:buNone/>
              <a:defRPr sz="1400" b="1" i="0" u="none" strike="noStrike" cap="none">
                <a:solidFill>
                  <a:schemeClr val="dk1"/>
                </a:solidFill>
                <a:latin typeface="Raleway"/>
                <a:ea typeface="Raleway"/>
                <a:cs typeface="Raleway"/>
                <a:sym typeface="Raleway"/>
              </a:defRPr>
            </a:lvl5pPr>
            <a:lvl6pPr marL="2743200" marR="0" lvl="5" indent="-317500" algn="l" rtl="0">
              <a:lnSpc>
                <a:spcPct val="95000"/>
              </a:lnSpc>
              <a:spcBef>
                <a:spcPts val="0"/>
              </a:spcBef>
              <a:spcAft>
                <a:spcPts val="0"/>
              </a:spcAft>
              <a:buClr>
                <a:schemeClr val="dk1"/>
              </a:buClr>
              <a:buSzPts val="1400"/>
              <a:buFont typeface="Raleway"/>
              <a:buNone/>
              <a:defRPr sz="1400" b="1" i="0" u="none" strike="noStrike" cap="none">
                <a:solidFill>
                  <a:schemeClr val="dk1"/>
                </a:solidFill>
                <a:latin typeface="Raleway"/>
                <a:ea typeface="Raleway"/>
                <a:cs typeface="Raleway"/>
                <a:sym typeface="Raleway"/>
              </a:defRPr>
            </a:lvl6pPr>
            <a:lvl7pPr marL="3200400" marR="0" lvl="6" indent="-317500" algn="l" rtl="0">
              <a:lnSpc>
                <a:spcPct val="95000"/>
              </a:lnSpc>
              <a:spcBef>
                <a:spcPts val="0"/>
              </a:spcBef>
              <a:spcAft>
                <a:spcPts val="0"/>
              </a:spcAft>
              <a:buClr>
                <a:schemeClr val="dk1"/>
              </a:buClr>
              <a:buSzPts val="1400"/>
              <a:buFont typeface="Raleway"/>
              <a:buNone/>
              <a:defRPr sz="1400" b="1" i="0" u="none" strike="noStrike" cap="none">
                <a:solidFill>
                  <a:schemeClr val="dk1"/>
                </a:solidFill>
                <a:latin typeface="Raleway"/>
                <a:ea typeface="Raleway"/>
                <a:cs typeface="Raleway"/>
                <a:sym typeface="Raleway"/>
              </a:defRPr>
            </a:lvl7pPr>
            <a:lvl8pPr marL="3657600" marR="0" lvl="7" indent="-317500" algn="l" rtl="0">
              <a:lnSpc>
                <a:spcPct val="95000"/>
              </a:lnSpc>
              <a:spcBef>
                <a:spcPts val="0"/>
              </a:spcBef>
              <a:spcAft>
                <a:spcPts val="0"/>
              </a:spcAft>
              <a:buClr>
                <a:schemeClr val="dk1"/>
              </a:buClr>
              <a:buSzPts val="1400"/>
              <a:buFont typeface="Raleway"/>
              <a:buNone/>
              <a:defRPr sz="1400" b="1" i="0" u="none" strike="noStrike" cap="none">
                <a:solidFill>
                  <a:schemeClr val="dk1"/>
                </a:solidFill>
                <a:latin typeface="Raleway"/>
                <a:ea typeface="Raleway"/>
                <a:cs typeface="Raleway"/>
                <a:sym typeface="Raleway"/>
              </a:defRPr>
            </a:lvl8pPr>
            <a:lvl9pPr marL="4114800" marR="0" lvl="8" indent="-317500" algn="l" rtl="0">
              <a:lnSpc>
                <a:spcPct val="95000"/>
              </a:lnSpc>
              <a:spcBef>
                <a:spcPts val="0"/>
              </a:spcBef>
              <a:spcAft>
                <a:spcPts val="0"/>
              </a:spcAft>
              <a:buClr>
                <a:schemeClr val="dk1"/>
              </a:buClr>
              <a:buSzPts val="1400"/>
              <a:buFont typeface="Raleway"/>
              <a:buNone/>
              <a:defRPr sz="1400" b="1" i="0" u="none" strike="noStrike" cap="none">
                <a:solidFill>
                  <a:schemeClr val="dk1"/>
                </a:solidFill>
                <a:latin typeface="Raleway"/>
                <a:ea typeface="Raleway"/>
                <a:cs typeface="Raleway"/>
                <a:sym typeface="Raleway"/>
              </a:defRPr>
            </a:lvl9pPr>
          </a:lstStyle>
          <a:p>
            <a:pPr marL="0" indent="0"/>
            <a:r>
              <a:rPr lang="en-GB" dirty="0" err="1"/>
              <a:t>Numpy</a:t>
            </a:r>
            <a:r>
              <a:rPr lang="en-GB" dirty="0"/>
              <a:t> Library</a:t>
            </a:r>
          </a:p>
          <a:p>
            <a:pPr marL="0" indent="0"/>
            <a:endParaRPr lang="en-GB" dirty="0"/>
          </a:p>
        </p:txBody>
      </p:sp>
      <p:sp>
        <p:nvSpPr>
          <p:cNvPr id="30" name="Google Shape;243;p30">
            <a:extLst>
              <a:ext uri="{FF2B5EF4-FFF2-40B4-BE49-F238E27FC236}">
                <a16:creationId xmlns:a16="http://schemas.microsoft.com/office/drawing/2014/main" id="{1E081171-48EA-4F8A-BC0B-F3D8E2952A5B}"/>
              </a:ext>
            </a:extLst>
          </p:cNvPr>
          <p:cNvSpPr txBox="1">
            <a:spLocks/>
          </p:cNvSpPr>
          <p:nvPr/>
        </p:nvSpPr>
        <p:spPr>
          <a:xfrm>
            <a:off x="2766101" y="4229317"/>
            <a:ext cx="865800" cy="310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VT323"/>
              <a:buNone/>
              <a:defRPr sz="2700" b="0" i="0" u="none" strike="noStrike" cap="none">
                <a:solidFill>
                  <a:schemeClr val="dk2"/>
                </a:solidFill>
                <a:latin typeface="VT323"/>
                <a:ea typeface="VT323"/>
                <a:cs typeface="VT323"/>
                <a:sym typeface="VT323"/>
              </a:defRPr>
            </a:lvl1pPr>
            <a:lvl2pPr marR="0" lvl="1" algn="l" rtl="0">
              <a:lnSpc>
                <a:spcPct val="100000"/>
              </a:lnSpc>
              <a:spcBef>
                <a:spcPts val="0"/>
              </a:spcBef>
              <a:spcAft>
                <a:spcPts val="0"/>
              </a:spcAft>
              <a:buClr>
                <a:schemeClr val="dk1"/>
              </a:buClr>
              <a:buSzPts val="3000"/>
              <a:buFont typeface="VT323"/>
              <a:buNone/>
              <a:defRPr sz="3000" b="0" i="0" u="none" strike="noStrike" cap="none">
                <a:solidFill>
                  <a:schemeClr val="dk1"/>
                </a:solidFill>
                <a:latin typeface="VT323"/>
                <a:ea typeface="VT323"/>
                <a:cs typeface="VT323"/>
                <a:sym typeface="VT323"/>
              </a:defRPr>
            </a:lvl2pPr>
            <a:lvl3pPr marR="0" lvl="2" algn="l" rtl="0">
              <a:lnSpc>
                <a:spcPct val="100000"/>
              </a:lnSpc>
              <a:spcBef>
                <a:spcPts val="0"/>
              </a:spcBef>
              <a:spcAft>
                <a:spcPts val="0"/>
              </a:spcAft>
              <a:buClr>
                <a:schemeClr val="dk1"/>
              </a:buClr>
              <a:buSzPts val="3000"/>
              <a:buFont typeface="VT323"/>
              <a:buNone/>
              <a:defRPr sz="3000" b="0" i="0" u="none" strike="noStrike" cap="none">
                <a:solidFill>
                  <a:schemeClr val="dk1"/>
                </a:solidFill>
                <a:latin typeface="VT323"/>
                <a:ea typeface="VT323"/>
                <a:cs typeface="VT323"/>
                <a:sym typeface="VT323"/>
              </a:defRPr>
            </a:lvl3pPr>
            <a:lvl4pPr marR="0" lvl="3" algn="l" rtl="0">
              <a:lnSpc>
                <a:spcPct val="100000"/>
              </a:lnSpc>
              <a:spcBef>
                <a:spcPts val="0"/>
              </a:spcBef>
              <a:spcAft>
                <a:spcPts val="0"/>
              </a:spcAft>
              <a:buClr>
                <a:schemeClr val="dk1"/>
              </a:buClr>
              <a:buSzPts val="3000"/>
              <a:buFont typeface="VT323"/>
              <a:buNone/>
              <a:defRPr sz="3000" b="0" i="0" u="none" strike="noStrike" cap="none">
                <a:solidFill>
                  <a:schemeClr val="dk1"/>
                </a:solidFill>
                <a:latin typeface="VT323"/>
                <a:ea typeface="VT323"/>
                <a:cs typeface="VT323"/>
                <a:sym typeface="VT323"/>
              </a:defRPr>
            </a:lvl4pPr>
            <a:lvl5pPr marR="0" lvl="4" algn="l" rtl="0">
              <a:lnSpc>
                <a:spcPct val="100000"/>
              </a:lnSpc>
              <a:spcBef>
                <a:spcPts val="0"/>
              </a:spcBef>
              <a:spcAft>
                <a:spcPts val="0"/>
              </a:spcAft>
              <a:buClr>
                <a:schemeClr val="dk1"/>
              </a:buClr>
              <a:buSzPts val="3000"/>
              <a:buFont typeface="VT323"/>
              <a:buNone/>
              <a:defRPr sz="3000" b="0" i="0" u="none" strike="noStrike" cap="none">
                <a:solidFill>
                  <a:schemeClr val="dk1"/>
                </a:solidFill>
                <a:latin typeface="VT323"/>
                <a:ea typeface="VT323"/>
                <a:cs typeface="VT323"/>
                <a:sym typeface="VT323"/>
              </a:defRPr>
            </a:lvl5pPr>
            <a:lvl6pPr marR="0" lvl="5" algn="l" rtl="0">
              <a:lnSpc>
                <a:spcPct val="100000"/>
              </a:lnSpc>
              <a:spcBef>
                <a:spcPts val="0"/>
              </a:spcBef>
              <a:spcAft>
                <a:spcPts val="0"/>
              </a:spcAft>
              <a:buClr>
                <a:schemeClr val="dk1"/>
              </a:buClr>
              <a:buSzPts val="3000"/>
              <a:buFont typeface="VT323"/>
              <a:buNone/>
              <a:defRPr sz="3000" b="0" i="0" u="none" strike="noStrike" cap="none">
                <a:solidFill>
                  <a:schemeClr val="dk1"/>
                </a:solidFill>
                <a:latin typeface="VT323"/>
                <a:ea typeface="VT323"/>
                <a:cs typeface="VT323"/>
                <a:sym typeface="VT323"/>
              </a:defRPr>
            </a:lvl6pPr>
            <a:lvl7pPr marR="0" lvl="6" algn="l" rtl="0">
              <a:lnSpc>
                <a:spcPct val="100000"/>
              </a:lnSpc>
              <a:spcBef>
                <a:spcPts val="0"/>
              </a:spcBef>
              <a:spcAft>
                <a:spcPts val="0"/>
              </a:spcAft>
              <a:buClr>
                <a:schemeClr val="dk1"/>
              </a:buClr>
              <a:buSzPts val="3000"/>
              <a:buFont typeface="VT323"/>
              <a:buNone/>
              <a:defRPr sz="3000" b="0" i="0" u="none" strike="noStrike" cap="none">
                <a:solidFill>
                  <a:schemeClr val="dk1"/>
                </a:solidFill>
                <a:latin typeface="VT323"/>
                <a:ea typeface="VT323"/>
                <a:cs typeface="VT323"/>
                <a:sym typeface="VT323"/>
              </a:defRPr>
            </a:lvl7pPr>
            <a:lvl8pPr marR="0" lvl="7" algn="l" rtl="0">
              <a:lnSpc>
                <a:spcPct val="100000"/>
              </a:lnSpc>
              <a:spcBef>
                <a:spcPts val="0"/>
              </a:spcBef>
              <a:spcAft>
                <a:spcPts val="0"/>
              </a:spcAft>
              <a:buClr>
                <a:schemeClr val="dk1"/>
              </a:buClr>
              <a:buSzPts val="3000"/>
              <a:buFont typeface="VT323"/>
              <a:buNone/>
              <a:defRPr sz="3000" b="0" i="0" u="none" strike="noStrike" cap="none">
                <a:solidFill>
                  <a:schemeClr val="dk1"/>
                </a:solidFill>
                <a:latin typeface="VT323"/>
                <a:ea typeface="VT323"/>
                <a:cs typeface="VT323"/>
                <a:sym typeface="VT323"/>
              </a:defRPr>
            </a:lvl8pPr>
            <a:lvl9pPr marR="0" lvl="8" algn="l" rtl="0">
              <a:lnSpc>
                <a:spcPct val="100000"/>
              </a:lnSpc>
              <a:spcBef>
                <a:spcPts val="0"/>
              </a:spcBef>
              <a:spcAft>
                <a:spcPts val="0"/>
              </a:spcAft>
              <a:buClr>
                <a:schemeClr val="dk1"/>
              </a:buClr>
              <a:buSzPts val="3000"/>
              <a:buFont typeface="VT323"/>
              <a:buNone/>
              <a:defRPr sz="3000" b="0" i="0" u="none" strike="noStrike" cap="none">
                <a:solidFill>
                  <a:schemeClr val="dk1"/>
                </a:solidFill>
                <a:latin typeface="VT323"/>
                <a:ea typeface="VT323"/>
                <a:cs typeface="VT323"/>
                <a:sym typeface="VT323"/>
              </a:defRPr>
            </a:lvl9pPr>
          </a:lstStyle>
          <a:p>
            <a:r>
              <a:rPr lang="en" dirty="0"/>
              <a:t>14</a:t>
            </a:r>
          </a:p>
        </p:txBody>
      </p:sp>
      <p:sp>
        <p:nvSpPr>
          <p:cNvPr id="31" name="Google Shape;236;p30">
            <a:extLst>
              <a:ext uri="{FF2B5EF4-FFF2-40B4-BE49-F238E27FC236}">
                <a16:creationId xmlns:a16="http://schemas.microsoft.com/office/drawing/2014/main" id="{35502CE1-41F4-4CC1-9948-ADB9C9424DCD}"/>
              </a:ext>
            </a:extLst>
          </p:cNvPr>
          <p:cNvSpPr txBox="1">
            <a:spLocks/>
          </p:cNvSpPr>
          <p:nvPr/>
        </p:nvSpPr>
        <p:spPr>
          <a:xfrm>
            <a:off x="5995350" y="4105784"/>
            <a:ext cx="2799900" cy="539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95000"/>
              </a:lnSpc>
              <a:spcBef>
                <a:spcPts val="0"/>
              </a:spcBef>
              <a:spcAft>
                <a:spcPts val="0"/>
              </a:spcAft>
              <a:buClr>
                <a:schemeClr val="dk1"/>
              </a:buClr>
              <a:buSzPts val="1400"/>
              <a:buFont typeface="Raleway"/>
              <a:buNone/>
              <a:defRPr sz="2300" b="0" i="0" u="none" strike="noStrike" cap="none">
                <a:solidFill>
                  <a:schemeClr val="dk1"/>
                </a:solidFill>
                <a:latin typeface="VT323"/>
                <a:ea typeface="VT323"/>
                <a:cs typeface="VT323"/>
                <a:sym typeface="VT323"/>
              </a:defRPr>
            </a:lvl1pPr>
            <a:lvl2pPr marL="914400" marR="0" lvl="1" indent="-317500" algn="l" rtl="0">
              <a:lnSpc>
                <a:spcPct val="95000"/>
              </a:lnSpc>
              <a:spcBef>
                <a:spcPts val="0"/>
              </a:spcBef>
              <a:spcAft>
                <a:spcPts val="0"/>
              </a:spcAft>
              <a:buClr>
                <a:schemeClr val="dk1"/>
              </a:buClr>
              <a:buSzPts val="1400"/>
              <a:buFont typeface="Raleway"/>
              <a:buNone/>
              <a:defRPr sz="1400" b="1" i="0" u="none" strike="noStrike" cap="none">
                <a:solidFill>
                  <a:schemeClr val="dk1"/>
                </a:solidFill>
                <a:latin typeface="Raleway"/>
                <a:ea typeface="Raleway"/>
                <a:cs typeface="Raleway"/>
                <a:sym typeface="Raleway"/>
              </a:defRPr>
            </a:lvl2pPr>
            <a:lvl3pPr marL="1371600" marR="0" lvl="2" indent="-317500" algn="l" rtl="0">
              <a:lnSpc>
                <a:spcPct val="95000"/>
              </a:lnSpc>
              <a:spcBef>
                <a:spcPts val="0"/>
              </a:spcBef>
              <a:spcAft>
                <a:spcPts val="0"/>
              </a:spcAft>
              <a:buClr>
                <a:schemeClr val="dk1"/>
              </a:buClr>
              <a:buSzPts val="1400"/>
              <a:buFont typeface="Raleway"/>
              <a:buNone/>
              <a:defRPr sz="1400" b="1" i="0" u="none" strike="noStrike" cap="none">
                <a:solidFill>
                  <a:schemeClr val="dk1"/>
                </a:solidFill>
                <a:latin typeface="Raleway"/>
                <a:ea typeface="Raleway"/>
                <a:cs typeface="Raleway"/>
                <a:sym typeface="Raleway"/>
              </a:defRPr>
            </a:lvl3pPr>
            <a:lvl4pPr marL="1828800" marR="0" lvl="3" indent="-317500" algn="l" rtl="0">
              <a:lnSpc>
                <a:spcPct val="95000"/>
              </a:lnSpc>
              <a:spcBef>
                <a:spcPts val="0"/>
              </a:spcBef>
              <a:spcAft>
                <a:spcPts val="0"/>
              </a:spcAft>
              <a:buClr>
                <a:schemeClr val="dk1"/>
              </a:buClr>
              <a:buSzPts val="1400"/>
              <a:buFont typeface="Raleway"/>
              <a:buNone/>
              <a:defRPr sz="1400" b="1" i="0" u="none" strike="noStrike" cap="none">
                <a:solidFill>
                  <a:schemeClr val="dk1"/>
                </a:solidFill>
                <a:latin typeface="Raleway"/>
                <a:ea typeface="Raleway"/>
                <a:cs typeface="Raleway"/>
                <a:sym typeface="Raleway"/>
              </a:defRPr>
            </a:lvl4pPr>
            <a:lvl5pPr marL="2286000" marR="0" lvl="4" indent="-317500" algn="l" rtl="0">
              <a:lnSpc>
                <a:spcPct val="95000"/>
              </a:lnSpc>
              <a:spcBef>
                <a:spcPts val="0"/>
              </a:spcBef>
              <a:spcAft>
                <a:spcPts val="0"/>
              </a:spcAft>
              <a:buClr>
                <a:schemeClr val="dk1"/>
              </a:buClr>
              <a:buSzPts val="1400"/>
              <a:buFont typeface="Raleway"/>
              <a:buNone/>
              <a:defRPr sz="1400" b="1" i="0" u="none" strike="noStrike" cap="none">
                <a:solidFill>
                  <a:schemeClr val="dk1"/>
                </a:solidFill>
                <a:latin typeface="Raleway"/>
                <a:ea typeface="Raleway"/>
                <a:cs typeface="Raleway"/>
                <a:sym typeface="Raleway"/>
              </a:defRPr>
            </a:lvl5pPr>
            <a:lvl6pPr marL="2743200" marR="0" lvl="5" indent="-317500" algn="l" rtl="0">
              <a:lnSpc>
                <a:spcPct val="95000"/>
              </a:lnSpc>
              <a:spcBef>
                <a:spcPts val="0"/>
              </a:spcBef>
              <a:spcAft>
                <a:spcPts val="0"/>
              </a:spcAft>
              <a:buClr>
                <a:schemeClr val="dk1"/>
              </a:buClr>
              <a:buSzPts val="1400"/>
              <a:buFont typeface="Raleway"/>
              <a:buNone/>
              <a:defRPr sz="1400" b="1" i="0" u="none" strike="noStrike" cap="none">
                <a:solidFill>
                  <a:schemeClr val="dk1"/>
                </a:solidFill>
                <a:latin typeface="Raleway"/>
                <a:ea typeface="Raleway"/>
                <a:cs typeface="Raleway"/>
                <a:sym typeface="Raleway"/>
              </a:defRPr>
            </a:lvl6pPr>
            <a:lvl7pPr marL="3200400" marR="0" lvl="6" indent="-317500" algn="l" rtl="0">
              <a:lnSpc>
                <a:spcPct val="95000"/>
              </a:lnSpc>
              <a:spcBef>
                <a:spcPts val="0"/>
              </a:spcBef>
              <a:spcAft>
                <a:spcPts val="0"/>
              </a:spcAft>
              <a:buClr>
                <a:schemeClr val="dk1"/>
              </a:buClr>
              <a:buSzPts val="1400"/>
              <a:buFont typeface="Raleway"/>
              <a:buNone/>
              <a:defRPr sz="1400" b="1" i="0" u="none" strike="noStrike" cap="none">
                <a:solidFill>
                  <a:schemeClr val="dk1"/>
                </a:solidFill>
                <a:latin typeface="Raleway"/>
                <a:ea typeface="Raleway"/>
                <a:cs typeface="Raleway"/>
                <a:sym typeface="Raleway"/>
              </a:defRPr>
            </a:lvl7pPr>
            <a:lvl8pPr marL="3657600" marR="0" lvl="7" indent="-317500" algn="l" rtl="0">
              <a:lnSpc>
                <a:spcPct val="95000"/>
              </a:lnSpc>
              <a:spcBef>
                <a:spcPts val="0"/>
              </a:spcBef>
              <a:spcAft>
                <a:spcPts val="0"/>
              </a:spcAft>
              <a:buClr>
                <a:schemeClr val="dk1"/>
              </a:buClr>
              <a:buSzPts val="1400"/>
              <a:buFont typeface="Raleway"/>
              <a:buNone/>
              <a:defRPr sz="1400" b="1" i="0" u="none" strike="noStrike" cap="none">
                <a:solidFill>
                  <a:schemeClr val="dk1"/>
                </a:solidFill>
                <a:latin typeface="Raleway"/>
                <a:ea typeface="Raleway"/>
                <a:cs typeface="Raleway"/>
                <a:sym typeface="Raleway"/>
              </a:defRPr>
            </a:lvl8pPr>
            <a:lvl9pPr marL="4114800" marR="0" lvl="8" indent="-317500" algn="l" rtl="0">
              <a:lnSpc>
                <a:spcPct val="95000"/>
              </a:lnSpc>
              <a:spcBef>
                <a:spcPts val="0"/>
              </a:spcBef>
              <a:spcAft>
                <a:spcPts val="0"/>
              </a:spcAft>
              <a:buClr>
                <a:schemeClr val="dk1"/>
              </a:buClr>
              <a:buSzPts val="1400"/>
              <a:buFont typeface="Raleway"/>
              <a:buNone/>
              <a:defRPr sz="1400" b="1" i="0" u="none" strike="noStrike" cap="none">
                <a:solidFill>
                  <a:schemeClr val="dk1"/>
                </a:solidFill>
                <a:latin typeface="Raleway"/>
                <a:ea typeface="Raleway"/>
                <a:cs typeface="Raleway"/>
                <a:sym typeface="Raleway"/>
              </a:defRPr>
            </a:lvl9pPr>
          </a:lstStyle>
          <a:p>
            <a:pPr marL="0" indent="0"/>
            <a:r>
              <a:rPr lang="en-GB" dirty="0"/>
              <a:t>Pandas Library</a:t>
            </a:r>
          </a:p>
        </p:txBody>
      </p:sp>
      <p:sp>
        <p:nvSpPr>
          <p:cNvPr id="32" name="Google Shape;243;p30">
            <a:extLst>
              <a:ext uri="{FF2B5EF4-FFF2-40B4-BE49-F238E27FC236}">
                <a16:creationId xmlns:a16="http://schemas.microsoft.com/office/drawing/2014/main" id="{3994B325-460C-4B34-AEA4-C50BA9C69BC5}"/>
              </a:ext>
            </a:extLst>
          </p:cNvPr>
          <p:cNvSpPr txBox="1">
            <a:spLocks/>
          </p:cNvSpPr>
          <p:nvPr/>
        </p:nvSpPr>
        <p:spPr>
          <a:xfrm>
            <a:off x="5391258" y="4215646"/>
            <a:ext cx="865800" cy="310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VT323"/>
              <a:buNone/>
              <a:defRPr sz="2700" b="0" i="0" u="none" strike="noStrike" cap="none">
                <a:solidFill>
                  <a:schemeClr val="dk2"/>
                </a:solidFill>
                <a:latin typeface="VT323"/>
                <a:ea typeface="VT323"/>
                <a:cs typeface="VT323"/>
                <a:sym typeface="VT323"/>
              </a:defRPr>
            </a:lvl1pPr>
            <a:lvl2pPr marR="0" lvl="1" algn="l" rtl="0">
              <a:lnSpc>
                <a:spcPct val="100000"/>
              </a:lnSpc>
              <a:spcBef>
                <a:spcPts val="0"/>
              </a:spcBef>
              <a:spcAft>
                <a:spcPts val="0"/>
              </a:spcAft>
              <a:buClr>
                <a:schemeClr val="dk1"/>
              </a:buClr>
              <a:buSzPts val="3000"/>
              <a:buFont typeface="VT323"/>
              <a:buNone/>
              <a:defRPr sz="3000" b="0" i="0" u="none" strike="noStrike" cap="none">
                <a:solidFill>
                  <a:schemeClr val="dk1"/>
                </a:solidFill>
                <a:latin typeface="VT323"/>
                <a:ea typeface="VT323"/>
                <a:cs typeface="VT323"/>
                <a:sym typeface="VT323"/>
              </a:defRPr>
            </a:lvl2pPr>
            <a:lvl3pPr marR="0" lvl="2" algn="l" rtl="0">
              <a:lnSpc>
                <a:spcPct val="100000"/>
              </a:lnSpc>
              <a:spcBef>
                <a:spcPts val="0"/>
              </a:spcBef>
              <a:spcAft>
                <a:spcPts val="0"/>
              </a:spcAft>
              <a:buClr>
                <a:schemeClr val="dk1"/>
              </a:buClr>
              <a:buSzPts val="3000"/>
              <a:buFont typeface="VT323"/>
              <a:buNone/>
              <a:defRPr sz="3000" b="0" i="0" u="none" strike="noStrike" cap="none">
                <a:solidFill>
                  <a:schemeClr val="dk1"/>
                </a:solidFill>
                <a:latin typeface="VT323"/>
                <a:ea typeface="VT323"/>
                <a:cs typeface="VT323"/>
                <a:sym typeface="VT323"/>
              </a:defRPr>
            </a:lvl3pPr>
            <a:lvl4pPr marR="0" lvl="3" algn="l" rtl="0">
              <a:lnSpc>
                <a:spcPct val="100000"/>
              </a:lnSpc>
              <a:spcBef>
                <a:spcPts val="0"/>
              </a:spcBef>
              <a:spcAft>
                <a:spcPts val="0"/>
              </a:spcAft>
              <a:buClr>
                <a:schemeClr val="dk1"/>
              </a:buClr>
              <a:buSzPts val="3000"/>
              <a:buFont typeface="VT323"/>
              <a:buNone/>
              <a:defRPr sz="3000" b="0" i="0" u="none" strike="noStrike" cap="none">
                <a:solidFill>
                  <a:schemeClr val="dk1"/>
                </a:solidFill>
                <a:latin typeface="VT323"/>
                <a:ea typeface="VT323"/>
                <a:cs typeface="VT323"/>
                <a:sym typeface="VT323"/>
              </a:defRPr>
            </a:lvl4pPr>
            <a:lvl5pPr marR="0" lvl="4" algn="l" rtl="0">
              <a:lnSpc>
                <a:spcPct val="100000"/>
              </a:lnSpc>
              <a:spcBef>
                <a:spcPts val="0"/>
              </a:spcBef>
              <a:spcAft>
                <a:spcPts val="0"/>
              </a:spcAft>
              <a:buClr>
                <a:schemeClr val="dk1"/>
              </a:buClr>
              <a:buSzPts val="3000"/>
              <a:buFont typeface="VT323"/>
              <a:buNone/>
              <a:defRPr sz="3000" b="0" i="0" u="none" strike="noStrike" cap="none">
                <a:solidFill>
                  <a:schemeClr val="dk1"/>
                </a:solidFill>
                <a:latin typeface="VT323"/>
                <a:ea typeface="VT323"/>
                <a:cs typeface="VT323"/>
                <a:sym typeface="VT323"/>
              </a:defRPr>
            </a:lvl5pPr>
            <a:lvl6pPr marR="0" lvl="5" algn="l" rtl="0">
              <a:lnSpc>
                <a:spcPct val="100000"/>
              </a:lnSpc>
              <a:spcBef>
                <a:spcPts val="0"/>
              </a:spcBef>
              <a:spcAft>
                <a:spcPts val="0"/>
              </a:spcAft>
              <a:buClr>
                <a:schemeClr val="dk1"/>
              </a:buClr>
              <a:buSzPts val="3000"/>
              <a:buFont typeface="VT323"/>
              <a:buNone/>
              <a:defRPr sz="3000" b="0" i="0" u="none" strike="noStrike" cap="none">
                <a:solidFill>
                  <a:schemeClr val="dk1"/>
                </a:solidFill>
                <a:latin typeface="VT323"/>
                <a:ea typeface="VT323"/>
                <a:cs typeface="VT323"/>
                <a:sym typeface="VT323"/>
              </a:defRPr>
            </a:lvl6pPr>
            <a:lvl7pPr marR="0" lvl="6" algn="l" rtl="0">
              <a:lnSpc>
                <a:spcPct val="100000"/>
              </a:lnSpc>
              <a:spcBef>
                <a:spcPts val="0"/>
              </a:spcBef>
              <a:spcAft>
                <a:spcPts val="0"/>
              </a:spcAft>
              <a:buClr>
                <a:schemeClr val="dk1"/>
              </a:buClr>
              <a:buSzPts val="3000"/>
              <a:buFont typeface="VT323"/>
              <a:buNone/>
              <a:defRPr sz="3000" b="0" i="0" u="none" strike="noStrike" cap="none">
                <a:solidFill>
                  <a:schemeClr val="dk1"/>
                </a:solidFill>
                <a:latin typeface="VT323"/>
                <a:ea typeface="VT323"/>
                <a:cs typeface="VT323"/>
                <a:sym typeface="VT323"/>
              </a:defRPr>
            </a:lvl7pPr>
            <a:lvl8pPr marR="0" lvl="7" algn="l" rtl="0">
              <a:lnSpc>
                <a:spcPct val="100000"/>
              </a:lnSpc>
              <a:spcBef>
                <a:spcPts val="0"/>
              </a:spcBef>
              <a:spcAft>
                <a:spcPts val="0"/>
              </a:spcAft>
              <a:buClr>
                <a:schemeClr val="dk1"/>
              </a:buClr>
              <a:buSzPts val="3000"/>
              <a:buFont typeface="VT323"/>
              <a:buNone/>
              <a:defRPr sz="3000" b="0" i="0" u="none" strike="noStrike" cap="none">
                <a:solidFill>
                  <a:schemeClr val="dk1"/>
                </a:solidFill>
                <a:latin typeface="VT323"/>
                <a:ea typeface="VT323"/>
                <a:cs typeface="VT323"/>
                <a:sym typeface="VT323"/>
              </a:defRPr>
            </a:lvl8pPr>
            <a:lvl9pPr marR="0" lvl="8" algn="l" rtl="0">
              <a:lnSpc>
                <a:spcPct val="100000"/>
              </a:lnSpc>
              <a:spcBef>
                <a:spcPts val="0"/>
              </a:spcBef>
              <a:spcAft>
                <a:spcPts val="0"/>
              </a:spcAft>
              <a:buClr>
                <a:schemeClr val="dk1"/>
              </a:buClr>
              <a:buSzPts val="3000"/>
              <a:buFont typeface="VT323"/>
              <a:buNone/>
              <a:defRPr sz="3000" b="0" i="0" u="none" strike="noStrike" cap="none">
                <a:solidFill>
                  <a:schemeClr val="dk1"/>
                </a:solidFill>
                <a:latin typeface="VT323"/>
                <a:ea typeface="VT323"/>
                <a:cs typeface="VT323"/>
                <a:sym typeface="VT323"/>
              </a:defRPr>
            </a:lvl9pPr>
          </a:lstStyle>
          <a:p>
            <a:r>
              <a:rPr lang="en" dirty="0"/>
              <a:t>15</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pic>
        <p:nvPicPr>
          <p:cNvPr id="249" name="Google Shape;249;p31"/>
          <p:cNvPicPr preferRelativeResize="0">
            <a:picLocks noGrp="1"/>
          </p:cNvPicPr>
          <p:nvPr>
            <p:ph type="pic" idx="2"/>
          </p:nvPr>
        </p:nvPicPr>
        <p:blipFill>
          <a:blip r:embed="rId3"/>
          <a:srcRect l="13543" r="13543"/>
          <a:stretch/>
        </p:blipFill>
        <p:spPr>
          <a:xfrm>
            <a:off x="522525" y="1195150"/>
            <a:ext cx="2947200" cy="3341428"/>
          </a:xfrm>
          <a:prstGeom prst="rect">
            <a:avLst/>
          </a:prstGeom>
        </p:spPr>
      </p:pic>
      <p:sp>
        <p:nvSpPr>
          <p:cNvPr id="250" name="Google Shape;250;p31"/>
          <p:cNvSpPr txBox="1">
            <a:spLocks noGrp="1"/>
          </p:cNvSpPr>
          <p:nvPr>
            <p:ph type="title"/>
          </p:nvPr>
        </p:nvSpPr>
        <p:spPr>
          <a:xfrm>
            <a:off x="3789425" y="795800"/>
            <a:ext cx="4547700" cy="1255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What is Python?</a:t>
            </a:r>
            <a:endParaRPr dirty="0"/>
          </a:p>
        </p:txBody>
      </p:sp>
      <p:sp>
        <p:nvSpPr>
          <p:cNvPr id="251" name="Google Shape;251;p31"/>
          <p:cNvSpPr txBox="1">
            <a:spLocks noGrp="1"/>
          </p:cNvSpPr>
          <p:nvPr>
            <p:ph type="body" idx="1"/>
          </p:nvPr>
        </p:nvSpPr>
        <p:spPr>
          <a:xfrm>
            <a:off x="3789425" y="2229300"/>
            <a:ext cx="4940100" cy="2532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rgbClr val="273D40"/>
              </a:buClr>
              <a:buSzPts val="600"/>
              <a:buFont typeface="Arial"/>
              <a:buNone/>
            </a:pPr>
            <a:r>
              <a:rPr lang="en-GB" dirty="0">
                <a:solidFill>
                  <a:schemeClr val="dk1"/>
                </a:solidFill>
              </a:rPr>
              <a:t>Python can refer to a family of nonvenomous snakes or a popular, high-level, general-purpose programming language</a:t>
            </a:r>
          </a:p>
          <a:p>
            <a:pPr marL="0" lvl="0" indent="0" algn="l" rtl="0">
              <a:spcBef>
                <a:spcPts val="0"/>
              </a:spcBef>
              <a:spcAft>
                <a:spcPts val="0"/>
              </a:spcAft>
              <a:buClr>
                <a:srgbClr val="273D40"/>
              </a:buClr>
              <a:buSzPts val="600"/>
              <a:buFont typeface="Arial"/>
              <a:buNone/>
            </a:pPr>
            <a:r>
              <a:rPr lang="en-GB" dirty="0"/>
              <a:t>--------</a:t>
            </a:r>
          </a:p>
          <a:p>
            <a:pPr marL="0" lvl="0" indent="0" algn="l" rtl="0">
              <a:spcBef>
                <a:spcPts val="0"/>
              </a:spcBef>
              <a:spcAft>
                <a:spcPts val="0"/>
              </a:spcAft>
              <a:buClr>
                <a:srgbClr val="273D40"/>
              </a:buClr>
              <a:buSzPts val="600"/>
              <a:buFont typeface="Arial"/>
              <a:buNone/>
            </a:pPr>
            <a:endParaRPr lang="en-GB" dirty="0"/>
          </a:p>
          <a:p>
            <a:pPr marL="0" lvl="0" indent="0" algn="l" rtl="0">
              <a:spcBef>
                <a:spcPts val="0"/>
              </a:spcBef>
              <a:spcAft>
                <a:spcPts val="0"/>
              </a:spcAft>
              <a:buClr>
                <a:srgbClr val="273D40"/>
              </a:buClr>
              <a:buSzPts val="600"/>
              <a:buFont typeface="Arial"/>
              <a:buNone/>
            </a:pPr>
            <a:r>
              <a:rPr lang="en-GB" i="1" dirty="0"/>
              <a:t>Pythonidae is the scientific family name for the group of nonvenomous, constricting snakes commonly known as pythons</a:t>
            </a:r>
          </a:p>
        </p:txBody>
      </p:sp>
      <p:grpSp>
        <p:nvGrpSpPr>
          <p:cNvPr id="252" name="Google Shape;252;p31"/>
          <p:cNvGrpSpPr/>
          <p:nvPr/>
        </p:nvGrpSpPr>
        <p:grpSpPr>
          <a:xfrm>
            <a:off x="511225" y="947025"/>
            <a:ext cx="2971350" cy="265500"/>
            <a:chOff x="511225" y="947025"/>
            <a:chExt cx="2971350" cy="265500"/>
          </a:xfrm>
        </p:grpSpPr>
        <p:pic>
          <p:nvPicPr>
            <p:cNvPr id="253" name="Google Shape;253;p31" title="Sin título-2.png"/>
            <p:cNvPicPr preferRelativeResize="0"/>
            <p:nvPr/>
          </p:nvPicPr>
          <p:blipFill rotWithShape="1">
            <a:blip r:embed="rId4">
              <a:alphaModFix/>
            </a:blip>
            <a:srcRect l="60127"/>
            <a:stretch/>
          </p:blipFill>
          <p:spPr>
            <a:xfrm>
              <a:off x="512775" y="947025"/>
              <a:ext cx="2969800" cy="265500"/>
            </a:xfrm>
            <a:prstGeom prst="rect">
              <a:avLst/>
            </a:prstGeom>
            <a:noFill/>
            <a:ln>
              <a:noFill/>
            </a:ln>
          </p:spPr>
        </p:pic>
        <p:pic>
          <p:nvPicPr>
            <p:cNvPr id="254" name="Google Shape;254;p31" title="Sin título-2.png"/>
            <p:cNvPicPr preferRelativeResize="0"/>
            <p:nvPr/>
          </p:nvPicPr>
          <p:blipFill rotWithShape="1">
            <a:blip r:embed="rId4">
              <a:alphaModFix/>
            </a:blip>
            <a:srcRect l="60127"/>
            <a:stretch/>
          </p:blipFill>
          <p:spPr>
            <a:xfrm>
              <a:off x="511225" y="947025"/>
              <a:ext cx="2969800" cy="265500"/>
            </a:xfrm>
            <a:prstGeom prst="rect">
              <a:avLst/>
            </a:prstGeom>
            <a:noFill/>
            <a:ln>
              <a:noFill/>
            </a:ln>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pic>
        <p:nvPicPr>
          <p:cNvPr id="259" name="Google Shape;259;p32"/>
          <p:cNvPicPr preferRelativeResize="0">
            <a:picLocks noGrp="1"/>
          </p:cNvPicPr>
          <p:nvPr>
            <p:ph type="pic" idx="3"/>
          </p:nvPr>
        </p:nvPicPr>
        <p:blipFill rotWithShape="1">
          <a:blip r:embed="rId3"/>
          <a:srcRect l="13724" r="28804"/>
          <a:stretch/>
        </p:blipFill>
        <p:spPr>
          <a:xfrm>
            <a:off x="6386650" y="947025"/>
            <a:ext cx="2107500" cy="2067599"/>
          </a:xfrm>
          <a:prstGeom prst="rect">
            <a:avLst/>
          </a:prstGeom>
        </p:spPr>
      </p:pic>
      <p:sp>
        <p:nvSpPr>
          <p:cNvPr id="260" name="Google Shape;260;p32"/>
          <p:cNvSpPr txBox="1">
            <a:spLocks noGrp="1"/>
          </p:cNvSpPr>
          <p:nvPr>
            <p:ph type="subTitle" idx="1"/>
          </p:nvPr>
        </p:nvSpPr>
        <p:spPr>
          <a:xfrm>
            <a:off x="3465325" y="3918575"/>
            <a:ext cx="5174400" cy="662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T</a:t>
            </a:r>
            <a:r>
              <a:rPr lang="en" dirty="0"/>
              <a:t>he language that conquered the world!</a:t>
            </a:r>
            <a:endParaRPr dirty="0"/>
          </a:p>
        </p:txBody>
      </p:sp>
      <p:sp>
        <p:nvSpPr>
          <p:cNvPr id="261" name="Google Shape;261;p32"/>
          <p:cNvSpPr txBox="1">
            <a:spLocks noGrp="1"/>
          </p:cNvSpPr>
          <p:nvPr>
            <p:ph type="title"/>
          </p:nvPr>
        </p:nvSpPr>
        <p:spPr>
          <a:xfrm>
            <a:off x="1860500" y="1532500"/>
            <a:ext cx="3459000" cy="1521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What is Python?</a:t>
            </a:r>
            <a:endParaRPr dirty="0"/>
          </a:p>
        </p:txBody>
      </p:sp>
      <p:sp>
        <p:nvSpPr>
          <p:cNvPr id="262" name="Google Shape;262;p32"/>
          <p:cNvSpPr txBox="1">
            <a:spLocks noGrp="1"/>
          </p:cNvSpPr>
          <p:nvPr>
            <p:ph type="title" idx="2"/>
          </p:nvPr>
        </p:nvSpPr>
        <p:spPr>
          <a:xfrm>
            <a:off x="779673" y="1910725"/>
            <a:ext cx="778200" cy="764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grpSp>
        <p:nvGrpSpPr>
          <p:cNvPr id="263" name="Google Shape;263;p32"/>
          <p:cNvGrpSpPr/>
          <p:nvPr/>
        </p:nvGrpSpPr>
        <p:grpSpPr>
          <a:xfrm>
            <a:off x="6386650" y="947025"/>
            <a:ext cx="2107351" cy="265500"/>
            <a:chOff x="6386650" y="947025"/>
            <a:chExt cx="2107351" cy="265500"/>
          </a:xfrm>
        </p:grpSpPr>
        <p:pic>
          <p:nvPicPr>
            <p:cNvPr id="264" name="Google Shape;264;p32" title="Sin título-2.png"/>
            <p:cNvPicPr preferRelativeResize="0"/>
            <p:nvPr/>
          </p:nvPicPr>
          <p:blipFill rotWithShape="1">
            <a:blip r:embed="rId4">
              <a:alphaModFix/>
            </a:blip>
            <a:srcRect l="71706"/>
            <a:stretch/>
          </p:blipFill>
          <p:spPr>
            <a:xfrm>
              <a:off x="6386650" y="947025"/>
              <a:ext cx="2107351" cy="265500"/>
            </a:xfrm>
            <a:prstGeom prst="rect">
              <a:avLst/>
            </a:prstGeom>
            <a:noFill/>
            <a:ln>
              <a:noFill/>
            </a:ln>
          </p:spPr>
        </p:pic>
        <p:pic>
          <p:nvPicPr>
            <p:cNvPr id="265" name="Google Shape;265;p32" title="Sin título-2.png"/>
            <p:cNvPicPr preferRelativeResize="0"/>
            <p:nvPr/>
          </p:nvPicPr>
          <p:blipFill rotWithShape="1">
            <a:blip r:embed="rId4">
              <a:alphaModFix/>
            </a:blip>
            <a:srcRect l="71706"/>
            <a:stretch/>
          </p:blipFill>
          <p:spPr>
            <a:xfrm>
              <a:off x="6386650" y="947025"/>
              <a:ext cx="2107351" cy="265500"/>
            </a:xfrm>
            <a:prstGeom prst="rect">
              <a:avLst/>
            </a:prstGeom>
            <a:noFill/>
            <a:ln>
              <a:noFill/>
            </a:ln>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33"/>
          <p:cNvSpPr txBox="1">
            <a:spLocks noGrp="1"/>
          </p:cNvSpPr>
          <p:nvPr>
            <p:ph type="title"/>
          </p:nvPr>
        </p:nvSpPr>
        <p:spPr>
          <a:xfrm>
            <a:off x="679225" y="794675"/>
            <a:ext cx="7866600" cy="698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What is it exactly?</a:t>
            </a:r>
            <a:endParaRPr dirty="0"/>
          </a:p>
        </p:txBody>
      </p:sp>
      <p:sp>
        <p:nvSpPr>
          <p:cNvPr id="271" name="Google Shape;271;p33"/>
          <p:cNvSpPr txBox="1">
            <a:spLocks noGrp="1"/>
          </p:cNvSpPr>
          <p:nvPr>
            <p:ph type="subTitle" idx="1"/>
          </p:nvPr>
        </p:nvSpPr>
        <p:spPr>
          <a:xfrm>
            <a:off x="1522850" y="1816950"/>
            <a:ext cx="6918600" cy="253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Python 🐍 is a high-level, interpreted, general-purpose programming language known for its simplicity, readability, and versatility. It supports multiple programming paradigms — including object-oriented, procedural, and functional programming — making it suitable for a wide range of applications, from simple scripts to complex machine learning systems.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p34"/>
          <p:cNvSpPr txBox="1">
            <a:spLocks noGrp="1"/>
          </p:cNvSpPr>
          <p:nvPr>
            <p:ph type="title"/>
          </p:nvPr>
        </p:nvSpPr>
        <p:spPr>
          <a:xfrm>
            <a:off x="341850" y="654800"/>
            <a:ext cx="8573700" cy="602400"/>
          </a:xfrm>
          <a:prstGeom prst="rect">
            <a:avLst/>
          </a:prstGeom>
        </p:spPr>
        <p:txBody>
          <a:bodyPr spcFirstLastPara="1" wrap="square" lIns="91425" tIns="91425" rIns="91425" bIns="91425" anchor="t" anchorCtr="0">
            <a:noAutofit/>
          </a:bodyPr>
          <a:lstStyle/>
          <a:p>
            <a:r>
              <a:rPr lang="en-GB" dirty="0"/>
              <a:t>Key characteristics of Python:</a:t>
            </a:r>
          </a:p>
        </p:txBody>
      </p:sp>
      <p:sp>
        <p:nvSpPr>
          <p:cNvPr id="277" name="Google Shape;277;p34"/>
          <p:cNvSpPr txBox="1">
            <a:spLocks noGrp="1"/>
          </p:cNvSpPr>
          <p:nvPr>
            <p:ph type="subTitle" idx="3"/>
          </p:nvPr>
        </p:nvSpPr>
        <p:spPr>
          <a:xfrm>
            <a:off x="341850" y="1257200"/>
            <a:ext cx="5746530" cy="3468664"/>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buFont typeface="Arial" panose="020B0604020202020204" pitchFamily="34" charset="0"/>
              <a:buChar char="•"/>
            </a:pPr>
            <a:r>
              <a:rPr lang="en-GB" b="1" dirty="0"/>
              <a:t>Interpreted: </a:t>
            </a:r>
            <a:r>
              <a:rPr lang="en-GB" dirty="0"/>
              <a:t>Code is executed line by line by an interpreter, </a:t>
            </a:r>
          </a:p>
          <a:p>
            <a:pPr marL="0" lvl="0" indent="0" algn="l" rtl="0">
              <a:spcBef>
                <a:spcPts val="0"/>
              </a:spcBef>
              <a:spcAft>
                <a:spcPts val="0"/>
              </a:spcAft>
            </a:pPr>
            <a:r>
              <a:rPr lang="en-GB" dirty="0"/>
              <a:t>not compiled before execution.</a:t>
            </a:r>
          </a:p>
          <a:p>
            <a:pPr marL="171450" lvl="0" indent="-171450" algn="l" rtl="0">
              <a:spcBef>
                <a:spcPts val="0"/>
              </a:spcBef>
              <a:spcAft>
                <a:spcPts val="0"/>
              </a:spcAft>
              <a:buFont typeface="Arial" panose="020B0604020202020204" pitchFamily="34" charset="0"/>
              <a:buChar char="•"/>
            </a:pPr>
            <a:endParaRPr lang="en-GB" dirty="0"/>
          </a:p>
          <a:p>
            <a:pPr marL="171450" lvl="0" indent="-171450" algn="l" rtl="0">
              <a:spcBef>
                <a:spcPts val="0"/>
              </a:spcBef>
              <a:spcAft>
                <a:spcPts val="0"/>
              </a:spcAft>
              <a:buFont typeface="Arial" panose="020B0604020202020204" pitchFamily="34" charset="0"/>
              <a:buChar char="•"/>
            </a:pPr>
            <a:r>
              <a:rPr lang="en-GB" b="1" dirty="0"/>
              <a:t>High-level: </a:t>
            </a:r>
            <a:r>
              <a:rPr lang="en-GB" dirty="0"/>
              <a:t>Abstracts complex details like memory management.</a:t>
            </a:r>
          </a:p>
          <a:p>
            <a:pPr marL="171450" lvl="0" indent="-171450" algn="l" rtl="0">
              <a:spcBef>
                <a:spcPts val="0"/>
              </a:spcBef>
              <a:spcAft>
                <a:spcPts val="0"/>
              </a:spcAft>
              <a:buFont typeface="Arial" panose="020B0604020202020204" pitchFamily="34" charset="0"/>
              <a:buChar char="•"/>
            </a:pPr>
            <a:endParaRPr lang="en-GB" dirty="0"/>
          </a:p>
          <a:p>
            <a:pPr marL="171450" lvl="0" indent="-171450" algn="l" rtl="0">
              <a:spcBef>
                <a:spcPts val="0"/>
              </a:spcBef>
              <a:spcAft>
                <a:spcPts val="0"/>
              </a:spcAft>
              <a:buFont typeface="Arial" panose="020B0604020202020204" pitchFamily="34" charset="0"/>
              <a:buChar char="•"/>
            </a:pPr>
            <a:r>
              <a:rPr lang="en-GB" b="1" dirty="0"/>
              <a:t>Dynamically typed: </a:t>
            </a:r>
            <a:r>
              <a:rPr lang="en-GB" dirty="0"/>
              <a:t>Variable types are determined at runtime.</a:t>
            </a:r>
          </a:p>
          <a:p>
            <a:pPr marL="171450" lvl="0" indent="-171450" algn="l" rtl="0">
              <a:spcBef>
                <a:spcPts val="0"/>
              </a:spcBef>
              <a:spcAft>
                <a:spcPts val="0"/>
              </a:spcAft>
              <a:buFont typeface="Arial" panose="020B0604020202020204" pitchFamily="34" charset="0"/>
              <a:buChar char="•"/>
            </a:pPr>
            <a:endParaRPr lang="en-GB" dirty="0"/>
          </a:p>
          <a:p>
            <a:pPr marL="171450" lvl="0" indent="-171450" algn="l" rtl="0">
              <a:spcBef>
                <a:spcPts val="0"/>
              </a:spcBef>
              <a:spcAft>
                <a:spcPts val="0"/>
              </a:spcAft>
              <a:buFont typeface="Arial" panose="020B0604020202020204" pitchFamily="34" charset="0"/>
              <a:buChar char="•"/>
            </a:pPr>
            <a:r>
              <a:rPr lang="en-GB" b="1" dirty="0"/>
              <a:t>Extensible: </a:t>
            </a:r>
            <a:r>
              <a:rPr lang="en-GB" dirty="0"/>
              <a:t>Can be integrated with languages like C, C++, or Java.</a:t>
            </a:r>
          </a:p>
          <a:p>
            <a:pPr marL="171450" lvl="0" indent="-171450" algn="l" rtl="0">
              <a:spcBef>
                <a:spcPts val="0"/>
              </a:spcBef>
              <a:spcAft>
                <a:spcPts val="0"/>
              </a:spcAft>
              <a:buFont typeface="Arial" panose="020B0604020202020204" pitchFamily="34" charset="0"/>
              <a:buChar char="•"/>
            </a:pPr>
            <a:endParaRPr lang="en-GB" dirty="0"/>
          </a:p>
          <a:p>
            <a:pPr marL="171450" lvl="0" indent="-171450" algn="l" rtl="0">
              <a:spcBef>
                <a:spcPts val="0"/>
              </a:spcBef>
              <a:spcAft>
                <a:spcPts val="0"/>
              </a:spcAft>
              <a:buFont typeface="Arial" panose="020B0604020202020204" pitchFamily="34" charset="0"/>
              <a:buChar char="•"/>
            </a:pPr>
            <a:r>
              <a:rPr lang="en-GB" b="1" dirty="0"/>
              <a:t>Cross-platform: </a:t>
            </a:r>
            <a:r>
              <a:rPr lang="en-GB" dirty="0"/>
              <a:t>Runs on most operating systems (Windows, macOS, Linux, etc.).</a:t>
            </a:r>
          </a:p>
          <a:p>
            <a:pPr marL="171450" lvl="0" indent="-171450" algn="l" rtl="0">
              <a:spcBef>
                <a:spcPts val="0"/>
              </a:spcBef>
              <a:spcAft>
                <a:spcPts val="0"/>
              </a:spcAft>
              <a:buFont typeface="Arial" panose="020B0604020202020204" pitchFamily="34" charset="0"/>
              <a:buChar char="•"/>
            </a:pPr>
            <a:endParaRPr lang="en-GB" dirty="0"/>
          </a:p>
          <a:p>
            <a:pPr marL="171450" lvl="0" indent="-171450" algn="l" rtl="0">
              <a:spcBef>
                <a:spcPts val="0"/>
              </a:spcBef>
              <a:spcAft>
                <a:spcPts val="0"/>
              </a:spcAft>
              <a:buFont typeface="Arial" panose="020B0604020202020204" pitchFamily="34" charset="0"/>
              <a:buChar char="•"/>
            </a:pPr>
            <a:r>
              <a:rPr lang="en-GB" b="1" dirty="0"/>
              <a:t>Open-source: </a:t>
            </a:r>
            <a:r>
              <a:rPr lang="en-GB" dirty="0"/>
              <a:t>Freely available with a massive community and ecosystem.</a:t>
            </a:r>
            <a:endParaRPr dirty="0"/>
          </a:p>
        </p:txBody>
      </p:sp>
      <p:pic>
        <p:nvPicPr>
          <p:cNvPr id="2052" name="Picture 4" descr="Print Hello, World! using Python | Devpost">
            <a:extLst>
              <a:ext uri="{FF2B5EF4-FFF2-40B4-BE49-F238E27FC236}">
                <a16:creationId xmlns:a16="http://schemas.microsoft.com/office/drawing/2014/main" id="{EC2752C4-B8D9-4DD0-B27A-CB73773E58F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183" t="41439" b="14344"/>
          <a:stretch/>
        </p:blipFill>
        <p:spPr bwMode="auto">
          <a:xfrm>
            <a:off x="5600700" y="1257200"/>
            <a:ext cx="3201450" cy="734415"/>
          </a:xfrm>
          <a:prstGeom prst="roundRect">
            <a:avLst>
              <a:gd name="adj" fmla="val 11111"/>
            </a:avLst>
          </a:prstGeom>
          <a:ln w="190500" cap="rnd">
            <a:noFill/>
            <a:prstDash val="solid"/>
          </a:ln>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35"/>
          <p:cNvSpPr txBox="1">
            <a:spLocks noGrp="1"/>
          </p:cNvSpPr>
          <p:nvPr>
            <p:ph type="title" idx="6"/>
          </p:nvPr>
        </p:nvSpPr>
        <p:spPr>
          <a:xfrm>
            <a:off x="341850" y="654800"/>
            <a:ext cx="8249700" cy="60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Python is used in fields such as:</a:t>
            </a:r>
          </a:p>
        </p:txBody>
      </p:sp>
      <p:sp>
        <p:nvSpPr>
          <p:cNvPr id="286" name="Google Shape;286;p35"/>
          <p:cNvSpPr txBox="1">
            <a:spLocks noGrp="1"/>
          </p:cNvSpPr>
          <p:nvPr>
            <p:ph type="subTitle" idx="1"/>
          </p:nvPr>
        </p:nvSpPr>
        <p:spPr>
          <a:xfrm>
            <a:off x="3449841" y="1670145"/>
            <a:ext cx="2599200" cy="71569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Web Development (Django, Flask)</a:t>
            </a:r>
          </a:p>
        </p:txBody>
      </p:sp>
      <p:sp>
        <p:nvSpPr>
          <p:cNvPr id="287" name="Google Shape;287;p35"/>
          <p:cNvSpPr txBox="1">
            <a:spLocks noGrp="1"/>
          </p:cNvSpPr>
          <p:nvPr>
            <p:ph type="subTitle" idx="2"/>
          </p:nvPr>
        </p:nvSpPr>
        <p:spPr>
          <a:xfrm>
            <a:off x="646650" y="1670145"/>
            <a:ext cx="2599200" cy="94429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Data Science &amp; Machine Learning (with libraries like NumPy, Pandas, TensorFlow)</a:t>
            </a:r>
          </a:p>
        </p:txBody>
      </p:sp>
      <p:sp>
        <p:nvSpPr>
          <p:cNvPr id="288" name="Google Shape;288;p35"/>
          <p:cNvSpPr txBox="1">
            <a:spLocks noGrp="1"/>
          </p:cNvSpPr>
          <p:nvPr>
            <p:ph type="subTitle" idx="3"/>
          </p:nvPr>
        </p:nvSpPr>
        <p:spPr>
          <a:xfrm>
            <a:off x="6253057" y="1670145"/>
            <a:ext cx="2599200" cy="45280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Automation &amp; Scripting</a:t>
            </a:r>
          </a:p>
        </p:txBody>
      </p:sp>
      <p:sp>
        <p:nvSpPr>
          <p:cNvPr id="289" name="Google Shape;289;p35"/>
          <p:cNvSpPr txBox="1">
            <a:spLocks noGrp="1"/>
          </p:cNvSpPr>
          <p:nvPr>
            <p:ph type="title"/>
          </p:nvPr>
        </p:nvSpPr>
        <p:spPr>
          <a:xfrm>
            <a:off x="3449232" y="1257500"/>
            <a:ext cx="698700" cy="31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02</a:t>
            </a:r>
            <a:endParaRPr dirty="0"/>
          </a:p>
        </p:txBody>
      </p:sp>
      <p:sp>
        <p:nvSpPr>
          <p:cNvPr id="290" name="Google Shape;290;p35"/>
          <p:cNvSpPr txBox="1">
            <a:spLocks noGrp="1"/>
          </p:cNvSpPr>
          <p:nvPr>
            <p:ph type="title" idx="4"/>
          </p:nvPr>
        </p:nvSpPr>
        <p:spPr>
          <a:xfrm>
            <a:off x="646654" y="1257650"/>
            <a:ext cx="697500" cy="310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01</a:t>
            </a:r>
            <a:endParaRPr dirty="0"/>
          </a:p>
        </p:txBody>
      </p:sp>
      <p:sp>
        <p:nvSpPr>
          <p:cNvPr id="291" name="Google Shape;291;p35"/>
          <p:cNvSpPr txBox="1">
            <a:spLocks noGrp="1"/>
          </p:cNvSpPr>
          <p:nvPr>
            <p:ph type="title" idx="5"/>
          </p:nvPr>
        </p:nvSpPr>
        <p:spPr>
          <a:xfrm>
            <a:off x="6253095" y="1257500"/>
            <a:ext cx="698700" cy="31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03</a:t>
            </a:r>
            <a:endParaRPr/>
          </a:p>
        </p:txBody>
      </p:sp>
      <p:sp>
        <p:nvSpPr>
          <p:cNvPr id="9" name="Google Shape;287;p35">
            <a:extLst>
              <a:ext uri="{FF2B5EF4-FFF2-40B4-BE49-F238E27FC236}">
                <a16:creationId xmlns:a16="http://schemas.microsoft.com/office/drawing/2014/main" id="{B935031A-23EF-4DD3-8362-D22FD5840061}"/>
              </a:ext>
            </a:extLst>
          </p:cNvPr>
          <p:cNvSpPr txBox="1">
            <a:spLocks/>
          </p:cNvSpPr>
          <p:nvPr/>
        </p:nvSpPr>
        <p:spPr>
          <a:xfrm>
            <a:off x="645407" y="3105677"/>
            <a:ext cx="2599200" cy="94429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Roboto Mono"/>
              <a:buNone/>
              <a:defRPr sz="1200" b="0" i="0" u="none" strike="noStrike" cap="none">
                <a:solidFill>
                  <a:schemeClr val="dk1"/>
                </a:solidFill>
                <a:latin typeface="Roboto Mono"/>
                <a:ea typeface="Roboto Mono"/>
                <a:cs typeface="Roboto Mono"/>
                <a:sym typeface="Roboto Mono"/>
              </a:defRPr>
            </a:lvl1pPr>
            <a:lvl2pPr marL="914400" marR="0" lvl="1" indent="-317500" algn="ctr"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2pPr>
            <a:lvl3pPr marL="1371600" marR="0" lvl="2" indent="-317500" algn="ctr"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3pPr>
            <a:lvl4pPr marL="1828800" marR="0" lvl="3" indent="-317500" algn="ctr"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4pPr>
            <a:lvl5pPr marL="2286000" marR="0" lvl="4" indent="-317500" algn="ctr"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5pPr>
            <a:lvl6pPr marL="2743200" marR="0" lvl="5" indent="-317500" algn="ctr"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6pPr>
            <a:lvl7pPr marL="3200400" marR="0" lvl="6" indent="-317500" algn="ctr"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7pPr>
            <a:lvl8pPr marL="3657600" marR="0" lvl="7" indent="-317500" algn="ctr"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8pPr>
            <a:lvl9pPr marL="4114800" marR="0" lvl="8" indent="-317500" algn="ctr"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9pPr>
          </a:lstStyle>
          <a:p>
            <a:pPr marL="0" indent="0"/>
            <a:r>
              <a:rPr lang="en-GB" dirty="0"/>
              <a:t>Cybersecurity</a:t>
            </a:r>
          </a:p>
        </p:txBody>
      </p:sp>
      <p:sp>
        <p:nvSpPr>
          <p:cNvPr id="10" name="Google Shape;286;p35">
            <a:extLst>
              <a:ext uri="{FF2B5EF4-FFF2-40B4-BE49-F238E27FC236}">
                <a16:creationId xmlns:a16="http://schemas.microsoft.com/office/drawing/2014/main" id="{92C35293-0EC6-4A4A-BF8F-E72C56F0B7DF}"/>
              </a:ext>
            </a:extLst>
          </p:cNvPr>
          <p:cNvSpPr txBox="1">
            <a:spLocks/>
          </p:cNvSpPr>
          <p:nvPr/>
        </p:nvSpPr>
        <p:spPr>
          <a:xfrm>
            <a:off x="3453400" y="3057764"/>
            <a:ext cx="2599200" cy="71569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Roboto Mono"/>
              <a:buNone/>
              <a:defRPr sz="1200" b="0" i="0" u="none" strike="noStrike" cap="none">
                <a:solidFill>
                  <a:schemeClr val="dk1"/>
                </a:solidFill>
                <a:latin typeface="Roboto Mono"/>
                <a:ea typeface="Roboto Mono"/>
                <a:cs typeface="Roboto Mono"/>
                <a:sym typeface="Roboto Mono"/>
              </a:defRPr>
            </a:lvl1pPr>
            <a:lvl2pPr marL="914400" marR="0" lvl="1" indent="-317500" algn="ctr"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2pPr>
            <a:lvl3pPr marL="1371600" marR="0" lvl="2" indent="-317500" algn="ctr"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3pPr>
            <a:lvl4pPr marL="1828800" marR="0" lvl="3" indent="-317500" algn="ctr"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4pPr>
            <a:lvl5pPr marL="2286000" marR="0" lvl="4" indent="-317500" algn="ctr"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5pPr>
            <a:lvl6pPr marL="2743200" marR="0" lvl="5" indent="-317500" algn="ctr"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6pPr>
            <a:lvl7pPr marL="3200400" marR="0" lvl="6" indent="-317500" algn="ctr"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7pPr>
            <a:lvl8pPr marL="3657600" marR="0" lvl="7" indent="-317500" algn="ctr"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8pPr>
            <a:lvl9pPr marL="4114800" marR="0" lvl="8" indent="-317500" algn="ctr"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9pPr>
          </a:lstStyle>
          <a:p>
            <a:pPr marL="0" indent="0"/>
            <a:r>
              <a:rPr lang="en-GB" dirty="0"/>
              <a:t>Game Development</a:t>
            </a:r>
          </a:p>
        </p:txBody>
      </p:sp>
      <p:sp>
        <p:nvSpPr>
          <p:cNvPr id="11" name="Google Shape;288;p35">
            <a:extLst>
              <a:ext uri="{FF2B5EF4-FFF2-40B4-BE49-F238E27FC236}">
                <a16:creationId xmlns:a16="http://schemas.microsoft.com/office/drawing/2014/main" id="{A48E52DA-0459-4AA4-93F2-C54F3F213235}"/>
              </a:ext>
            </a:extLst>
          </p:cNvPr>
          <p:cNvSpPr txBox="1">
            <a:spLocks/>
          </p:cNvSpPr>
          <p:nvPr/>
        </p:nvSpPr>
        <p:spPr>
          <a:xfrm>
            <a:off x="6196339" y="3031396"/>
            <a:ext cx="2599200" cy="54043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Roboto Mono"/>
              <a:buNone/>
              <a:defRPr sz="1200" b="0" i="0" u="none" strike="noStrike" cap="none">
                <a:solidFill>
                  <a:schemeClr val="dk1"/>
                </a:solidFill>
                <a:latin typeface="Roboto Mono"/>
                <a:ea typeface="Roboto Mono"/>
                <a:cs typeface="Roboto Mono"/>
                <a:sym typeface="Roboto Mono"/>
              </a:defRPr>
            </a:lvl1pPr>
            <a:lvl2pPr marL="914400" marR="0" lvl="1" indent="-317500" algn="ctr"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2pPr>
            <a:lvl3pPr marL="1371600" marR="0" lvl="2" indent="-317500" algn="ctr"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3pPr>
            <a:lvl4pPr marL="1828800" marR="0" lvl="3" indent="-317500" algn="ctr"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4pPr>
            <a:lvl5pPr marL="2286000" marR="0" lvl="4" indent="-317500" algn="ctr"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5pPr>
            <a:lvl6pPr marL="2743200" marR="0" lvl="5" indent="-317500" algn="ctr"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6pPr>
            <a:lvl7pPr marL="3200400" marR="0" lvl="6" indent="-317500" algn="ctr"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7pPr>
            <a:lvl8pPr marL="3657600" marR="0" lvl="7" indent="-317500" algn="ctr"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8pPr>
            <a:lvl9pPr marL="4114800" marR="0" lvl="8" indent="-317500" algn="ctr"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9pPr>
          </a:lstStyle>
          <a:p>
            <a:pPr marL="0" indent="0"/>
            <a:r>
              <a:rPr lang="en-GB" dirty="0"/>
              <a:t>Software Testing</a:t>
            </a:r>
          </a:p>
        </p:txBody>
      </p:sp>
      <p:sp>
        <p:nvSpPr>
          <p:cNvPr id="12" name="Google Shape;288;p35">
            <a:extLst>
              <a:ext uri="{FF2B5EF4-FFF2-40B4-BE49-F238E27FC236}">
                <a16:creationId xmlns:a16="http://schemas.microsoft.com/office/drawing/2014/main" id="{2C3A9F49-EA58-4AF0-98F1-3DA3DA14FA29}"/>
              </a:ext>
            </a:extLst>
          </p:cNvPr>
          <p:cNvSpPr txBox="1">
            <a:spLocks/>
          </p:cNvSpPr>
          <p:nvPr/>
        </p:nvSpPr>
        <p:spPr>
          <a:xfrm>
            <a:off x="3469105" y="4094186"/>
            <a:ext cx="2599200" cy="3108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Roboto Mono"/>
              <a:buNone/>
              <a:defRPr sz="1200" b="0" i="0" u="none" strike="noStrike" cap="none">
                <a:solidFill>
                  <a:schemeClr val="dk1"/>
                </a:solidFill>
                <a:latin typeface="Roboto Mono"/>
                <a:ea typeface="Roboto Mono"/>
                <a:cs typeface="Roboto Mono"/>
                <a:sym typeface="Roboto Mono"/>
              </a:defRPr>
            </a:lvl1pPr>
            <a:lvl2pPr marL="914400" marR="0" lvl="1" indent="-317500" algn="ctr"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2pPr>
            <a:lvl3pPr marL="1371600" marR="0" lvl="2" indent="-317500" algn="ctr"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3pPr>
            <a:lvl4pPr marL="1828800" marR="0" lvl="3" indent="-317500" algn="ctr"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4pPr>
            <a:lvl5pPr marL="2286000" marR="0" lvl="4" indent="-317500" algn="ctr"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5pPr>
            <a:lvl6pPr marL="2743200" marR="0" lvl="5" indent="-317500" algn="ctr"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6pPr>
            <a:lvl7pPr marL="3200400" marR="0" lvl="6" indent="-317500" algn="ctr"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7pPr>
            <a:lvl8pPr marL="3657600" marR="0" lvl="7" indent="-317500" algn="ctr"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8pPr>
            <a:lvl9pPr marL="4114800" marR="0" lvl="8" indent="-317500" algn="ctr"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9pPr>
          </a:lstStyle>
          <a:p>
            <a:pPr marL="0" indent="0"/>
            <a:r>
              <a:rPr lang="en-GB" dirty="0"/>
              <a:t>Artificial Intelligence</a:t>
            </a:r>
          </a:p>
        </p:txBody>
      </p:sp>
      <p:sp>
        <p:nvSpPr>
          <p:cNvPr id="13" name="Google Shape;289;p35">
            <a:extLst>
              <a:ext uri="{FF2B5EF4-FFF2-40B4-BE49-F238E27FC236}">
                <a16:creationId xmlns:a16="http://schemas.microsoft.com/office/drawing/2014/main" id="{BD1E346A-770C-4E1B-AA83-C76594171A39}"/>
              </a:ext>
            </a:extLst>
          </p:cNvPr>
          <p:cNvSpPr txBox="1">
            <a:spLocks/>
          </p:cNvSpPr>
          <p:nvPr/>
        </p:nvSpPr>
        <p:spPr>
          <a:xfrm>
            <a:off x="653791" y="2795027"/>
            <a:ext cx="698700" cy="310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VT323"/>
              <a:buNone/>
              <a:defRPr sz="2300" b="0" i="0" u="none" strike="noStrike" cap="none">
                <a:solidFill>
                  <a:schemeClr val="dk2"/>
                </a:solidFill>
                <a:latin typeface="VT323"/>
                <a:ea typeface="VT323"/>
                <a:cs typeface="VT323"/>
                <a:sym typeface="VT323"/>
              </a:defRPr>
            </a:lvl1pPr>
            <a:lvl2pPr marR="0" lvl="1" algn="l" rtl="0">
              <a:lnSpc>
                <a:spcPct val="100000"/>
              </a:lnSpc>
              <a:spcBef>
                <a:spcPts val="0"/>
              </a:spcBef>
              <a:spcAft>
                <a:spcPts val="0"/>
              </a:spcAft>
              <a:buClr>
                <a:schemeClr val="dk1"/>
              </a:buClr>
              <a:buSzPts val="3000"/>
              <a:buFont typeface="VT323"/>
              <a:buNone/>
              <a:defRPr sz="3000" b="0" i="0" u="none" strike="noStrike" cap="none">
                <a:solidFill>
                  <a:schemeClr val="dk1"/>
                </a:solidFill>
                <a:latin typeface="VT323"/>
                <a:ea typeface="VT323"/>
                <a:cs typeface="VT323"/>
                <a:sym typeface="VT323"/>
              </a:defRPr>
            </a:lvl2pPr>
            <a:lvl3pPr marR="0" lvl="2" algn="l" rtl="0">
              <a:lnSpc>
                <a:spcPct val="100000"/>
              </a:lnSpc>
              <a:spcBef>
                <a:spcPts val="0"/>
              </a:spcBef>
              <a:spcAft>
                <a:spcPts val="0"/>
              </a:spcAft>
              <a:buClr>
                <a:schemeClr val="dk1"/>
              </a:buClr>
              <a:buSzPts val="3000"/>
              <a:buFont typeface="VT323"/>
              <a:buNone/>
              <a:defRPr sz="3000" b="0" i="0" u="none" strike="noStrike" cap="none">
                <a:solidFill>
                  <a:schemeClr val="dk1"/>
                </a:solidFill>
                <a:latin typeface="VT323"/>
                <a:ea typeface="VT323"/>
                <a:cs typeface="VT323"/>
                <a:sym typeface="VT323"/>
              </a:defRPr>
            </a:lvl3pPr>
            <a:lvl4pPr marR="0" lvl="3" algn="l" rtl="0">
              <a:lnSpc>
                <a:spcPct val="100000"/>
              </a:lnSpc>
              <a:spcBef>
                <a:spcPts val="0"/>
              </a:spcBef>
              <a:spcAft>
                <a:spcPts val="0"/>
              </a:spcAft>
              <a:buClr>
                <a:schemeClr val="dk1"/>
              </a:buClr>
              <a:buSzPts val="3000"/>
              <a:buFont typeface="VT323"/>
              <a:buNone/>
              <a:defRPr sz="3000" b="0" i="0" u="none" strike="noStrike" cap="none">
                <a:solidFill>
                  <a:schemeClr val="dk1"/>
                </a:solidFill>
                <a:latin typeface="VT323"/>
                <a:ea typeface="VT323"/>
                <a:cs typeface="VT323"/>
                <a:sym typeface="VT323"/>
              </a:defRPr>
            </a:lvl4pPr>
            <a:lvl5pPr marR="0" lvl="4" algn="l" rtl="0">
              <a:lnSpc>
                <a:spcPct val="100000"/>
              </a:lnSpc>
              <a:spcBef>
                <a:spcPts val="0"/>
              </a:spcBef>
              <a:spcAft>
                <a:spcPts val="0"/>
              </a:spcAft>
              <a:buClr>
                <a:schemeClr val="dk1"/>
              </a:buClr>
              <a:buSzPts val="3000"/>
              <a:buFont typeface="VT323"/>
              <a:buNone/>
              <a:defRPr sz="3000" b="0" i="0" u="none" strike="noStrike" cap="none">
                <a:solidFill>
                  <a:schemeClr val="dk1"/>
                </a:solidFill>
                <a:latin typeface="VT323"/>
                <a:ea typeface="VT323"/>
                <a:cs typeface="VT323"/>
                <a:sym typeface="VT323"/>
              </a:defRPr>
            </a:lvl5pPr>
            <a:lvl6pPr marR="0" lvl="5" algn="l" rtl="0">
              <a:lnSpc>
                <a:spcPct val="100000"/>
              </a:lnSpc>
              <a:spcBef>
                <a:spcPts val="0"/>
              </a:spcBef>
              <a:spcAft>
                <a:spcPts val="0"/>
              </a:spcAft>
              <a:buClr>
                <a:schemeClr val="dk1"/>
              </a:buClr>
              <a:buSzPts val="3000"/>
              <a:buFont typeface="VT323"/>
              <a:buNone/>
              <a:defRPr sz="3000" b="0" i="0" u="none" strike="noStrike" cap="none">
                <a:solidFill>
                  <a:schemeClr val="dk1"/>
                </a:solidFill>
                <a:latin typeface="VT323"/>
                <a:ea typeface="VT323"/>
                <a:cs typeface="VT323"/>
                <a:sym typeface="VT323"/>
              </a:defRPr>
            </a:lvl6pPr>
            <a:lvl7pPr marR="0" lvl="6" algn="l" rtl="0">
              <a:lnSpc>
                <a:spcPct val="100000"/>
              </a:lnSpc>
              <a:spcBef>
                <a:spcPts val="0"/>
              </a:spcBef>
              <a:spcAft>
                <a:spcPts val="0"/>
              </a:spcAft>
              <a:buClr>
                <a:schemeClr val="dk1"/>
              </a:buClr>
              <a:buSzPts val="3000"/>
              <a:buFont typeface="VT323"/>
              <a:buNone/>
              <a:defRPr sz="3000" b="0" i="0" u="none" strike="noStrike" cap="none">
                <a:solidFill>
                  <a:schemeClr val="dk1"/>
                </a:solidFill>
                <a:latin typeface="VT323"/>
                <a:ea typeface="VT323"/>
                <a:cs typeface="VT323"/>
                <a:sym typeface="VT323"/>
              </a:defRPr>
            </a:lvl7pPr>
            <a:lvl8pPr marR="0" lvl="7" algn="l" rtl="0">
              <a:lnSpc>
                <a:spcPct val="100000"/>
              </a:lnSpc>
              <a:spcBef>
                <a:spcPts val="0"/>
              </a:spcBef>
              <a:spcAft>
                <a:spcPts val="0"/>
              </a:spcAft>
              <a:buClr>
                <a:schemeClr val="dk1"/>
              </a:buClr>
              <a:buSzPts val="3000"/>
              <a:buFont typeface="VT323"/>
              <a:buNone/>
              <a:defRPr sz="3000" b="0" i="0" u="none" strike="noStrike" cap="none">
                <a:solidFill>
                  <a:schemeClr val="dk1"/>
                </a:solidFill>
                <a:latin typeface="VT323"/>
                <a:ea typeface="VT323"/>
                <a:cs typeface="VT323"/>
                <a:sym typeface="VT323"/>
              </a:defRPr>
            </a:lvl8pPr>
            <a:lvl9pPr marR="0" lvl="8" algn="l" rtl="0">
              <a:lnSpc>
                <a:spcPct val="100000"/>
              </a:lnSpc>
              <a:spcBef>
                <a:spcPts val="0"/>
              </a:spcBef>
              <a:spcAft>
                <a:spcPts val="0"/>
              </a:spcAft>
              <a:buClr>
                <a:schemeClr val="dk1"/>
              </a:buClr>
              <a:buSzPts val="3000"/>
              <a:buFont typeface="VT323"/>
              <a:buNone/>
              <a:defRPr sz="3000" b="0" i="0" u="none" strike="noStrike" cap="none">
                <a:solidFill>
                  <a:schemeClr val="dk1"/>
                </a:solidFill>
                <a:latin typeface="VT323"/>
                <a:ea typeface="VT323"/>
                <a:cs typeface="VT323"/>
                <a:sym typeface="VT323"/>
              </a:defRPr>
            </a:lvl9pPr>
          </a:lstStyle>
          <a:p>
            <a:r>
              <a:rPr lang="en" dirty="0"/>
              <a:t>04</a:t>
            </a:r>
          </a:p>
        </p:txBody>
      </p:sp>
      <p:sp>
        <p:nvSpPr>
          <p:cNvPr id="15" name="Google Shape;289;p35">
            <a:extLst>
              <a:ext uri="{FF2B5EF4-FFF2-40B4-BE49-F238E27FC236}">
                <a16:creationId xmlns:a16="http://schemas.microsoft.com/office/drawing/2014/main" id="{B2133A12-AABA-462C-A87F-9B93C28049BE}"/>
              </a:ext>
            </a:extLst>
          </p:cNvPr>
          <p:cNvSpPr txBox="1">
            <a:spLocks/>
          </p:cNvSpPr>
          <p:nvPr/>
        </p:nvSpPr>
        <p:spPr>
          <a:xfrm>
            <a:off x="3431005" y="2795027"/>
            <a:ext cx="698700" cy="310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VT323"/>
              <a:buNone/>
              <a:defRPr sz="2300" b="0" i="0" u="none" strike="noStrike" cap="none">
                <a:solidFill>
                  <a:schemeClr val="dk2"/>
                </a:solidFill>
                <a:latin typeface="VT323"/>
                <a:ea typeface="VT323"/>
                <a:cs typeface="VT323"/>
                <a:sym typeface="VT323"/>
              </a:defRPr>
            </a:lvl1pPr>
            <a:lvl2pPr marR="0" lvl="1" algn="l" rtl="0">
              <a:lnSpc>
                <a:spcPct val="100000"/>
              </a:lnSpc>
              <a:spcBef>
                <a:spcPts val="0"/>
              </a:spcBef>
              <a:spcAft>
                <a:spcPts val="0"/>
              </a:spcAft>
              <a:buClr>
                <a:schemeClr val="dk1"/>
              </a:buClr>
              <a:buSzPts val="3000"/>
              <a:buFont typeface="VT323"/>
              <a:buNone/>
              <a:defRPr sz="3000" b="0" i="0" u="none" strike="noStrike" cap="none">
                <a:solidFill>
                  <a:schemeClr val="dk1"/>
                </a:solidFill>
                <a:latin typeface="VT323"/>
                <a:ea typeface="VT323"/>
                <a:cs typeface="VT323"/>
                <a:sym typeface="VT323"/>
              </a:defRPr>
            </a:lvl2pPr>
            <a:lvl3pPr marR="0" lvl="2" algn="l" rtl="0">
              <a:lnSpc>
                <a:spcPct val="100000"/>
              </a:lnSpc>
              <a:spcBef>
                <a:spcPts val="0"/>
              </a:spcBef>
              <a:spcAft>
                <a:spcPts val="0"/>
              </a:spcAft>
              <a:buClr>
                <a:schemeClr val="dk1"/>
              </a:buClr>
              <a:buSzPts val="3000"/>
              <a:buFont typeface="VT323"/>
              <a:buNone/>
              <a:defRPr sz="3000" b="0" i="0" u="none" strike="noStrike" cap="none">
                <a:solidFill>
                  <a:schemeClr val="dk1"/>
                </a:solidFill>
                <a:latin typeface="VT323"/>
                <a:ea typeface="VT323"/>
                <a:cs typeface="VT323"/>
                <a:sym typeface="VT323"/>
              </a:defRPr>
            </a:lvl3pPr>
            <a:lvl4pPr marR="0" lvl="3" algn="l" rtl="0">
              <a:lnSpc>
                <a:spcPct val="100000"/>
              </a:lnSpc>
              <a:spcBef>
                <a:spcPts val="0"/>
              </a:spcBef>
              <a:spcAft>
                <a:spcPts val="0"/>
              </a:spcAft>
              <a:buClr>
                <a:schemeClr val="dk1"/>
              </a:buClr>
              <a:buSzPts val="3000"/>
              <a:buFont typeface="VT323"/>
              <a:buNone/>
              <a:defRPr sz="3000" b="0" i="0" u="none" strike="noStrike" cap="none">
                <a:solidFill>
                  <a:schemeClr val="dk1"/>
                </a:solidFill>
                <a:latin typeface="VT323"/>
                <a:ea typeface="VT323"/>
                <a:cs typeface="VT323"/>
                <a:sym typeface="VT323"/>
              </a:defRPr>
            </a:lvl4pPr>
            <a:lvl5pPr marR="0" lvl="4" algn="l" rtl="0">
              <a:lnSpc>
                <a:spcPct val="100000"/>
              </a:lnSpc>
              <a:spcBef>
                <a:spcPts val="0"/>
              </a:spcBef>
              <a:spcAft>
                <a:spcPts val="0"/>
              </a:spcAft>
              <a:buClr>
                <a:schemeClr val="dk1"/>
              </a:buClr>
              <a:buSzPts val="3000"/>
              <a:buFont typeface="VT323"/>
              <a:buNone/>
              <a:defRPr sz="3000" b="0" i="0" u="none" strike="noStrike" cap="none">
                <a:solidFill>
                  <a:schemeClr val="dk1"/>
                </a:solidFill>
                <a:latin typeface="VT323"/>
                <a:ea typeface="VT323"/>
                <a:cs typeface="VT323"/>
                <a:sym typeface="VT323"/>
              </a:defRPr>
            </a:lvl5pPr>
            <a:lvl6pPr marR="0" lvl="5" algn="l" rtl="0">
              <a:lnSpc>
                <a:spcPct val="100000"/>
              </a:lnSpc>
              <a:spcBef>
                <a:spcPts val="0"/>
              </a:spcBef>
              <a:spcAft>
                <a:spcPts val="0"/>
              </a:spcAft>
              <a:buClr>
                <a:schemeClr val="dk1"/>
              </a:buClr>
              <a:buSzPts val="3000"/>
              <a:buFont typeface="VT323"/>
              <a:buNone/>
              <a:defRPr sz="3000" b="0" i="0" u="none" strike="noStrike" cap="none">
                <a:solidFill>
                  <a:schemeClr val="dk1"/>
                </a:solidFill>
                <a:latin typeface="VT323"/>
                <a:ea typeface="VT323"/>
                <a:cs typeface="VT323"/>
                <a:sym typeface="VT323"/>
              </a:defRPr>
            </a:lvl6pPr>
            <a:lvl7pPr marR="0" lvl="6" algn="l" rtl="0">
              <a:lnSpc>
                <a:spcPct val="100000"/>
              </a:lnSpc>
              <a:spcBef>
                <a:spcPts val="0"/>
              </a:spcBef>
              <a:spcAft>
                <a:spcPts val="0"/>
              </a:spcAft>
              <a:buClr>
                <a:schemeClr val="dk1"/>
              </a:buClr>
              <a:buSzPts val="3000"/>
              <a:buFont typeface="VT323"/>
              <a:buNone/>
              <a:defRPr sz="3000" b="0" i="0" u="none" strike="noStrike" cap="none">
                <a:solidFill>
                  <a:schemeClr val="dk1"/>
                </a:solidFill>
                <a:latin typeface="VT323"/>
                <a:ea typeface="VT323"/>
                <a:cs typeface="VT323"/>
                <a:sym typeface="VT323"/>
              </a:defRPr>
            </a:lvl7pPr>
            <a:lvl8pPr marR="0" lvl="7" algn="l" rtl="0">
              <a:lnSpc>
                <a:spcPct val="100000"/>
              </a:lnSpc>
              <a:spcBef>
                <a:spcPts val="0"/>
              </a:spcBef>
              <a:spcAft>
                <a:spcPts val="0"/>
              </a:spcAft>
              <a:buClr>
                <a:schemeClr val="dk1"/>
              </a:buClr>
              <a:buSzPts val="3000"/>
              <a:buFont typeface="VT323"/>
              <a:buNone/>
              <a:defRPr sz="3000" b="0" i="0" u="none" strike="noStrike" cap="none">
                <a:solidFill>
                  <a:schemeClr val="dk1"/>
                </a:solidFill>
                <a:latin typeface="VT323"/>
                <a:ea typeface="VT323"/>
                <a:cs typeface="VT323"/>
                <a:sym typeface="VT323"/>
              </a:defRPr>
            </a:lvl8pPr>
            <a:lvl9pPr marR="0" lvl="8" algn="l" rtl="0">
              <a:lnSpc>
                <a:spcPct val="100000"/>
              </a:lnSpc>
              <a:spcBef>
                <a:spcPts val="0"/>
              </a:spcBef>
              <a:spcAft>
                <a:spcPts val="0"/>
              </a:spcAft>
              <a:buClr>
                <a:schemeClr val="dk1"/>
              </a:buClr>
              <a:buSzPts val="3000"/>
              <a:buFont typeface="VT323"/>
              <a:buNone/>
              <a:defRPr sz="3000" b="0" i="0" u="none" strike="noStrike" cap="none">
                <a:solidFill>
                  <a:schemeClr val="dk1"/>
                </a:solidFill>
                <a:latin typeface="VT323"/>
                <a:ea typeface="VT323"/>
                <a:cs typeface="VT323"/>
                <a:sym typeface="VT323"/>
              </a:defRPr>
            </a:lvl9pPr>
          </a:lstStyle>
          <a:p>
            <a:r>
              <a:rPr lang="en" dirty="0"/>
              <a:t>05</a:t>
            </a:r>
          </a:p>
        </p:txBody>
      </p:sp>
      <p:sp>
        <p:nvSpPr>
          <p:cNvPr id="16" name="Google Shape;289;p35">
            <a:extLst>
              <a:ext uri="{FF2B5EF4-FFF2-40B4-BE49-F238E27FC236}">
                <a16:creationId xmlns:a16="http://schemas.microsoft.com/office/drawing/2014/main" id="{8E5CC322-3B39-4468-B3F0-CDE4A249DF05}"/>
              </a:ext>
            </a:extLst>
          </p:cNvPr>
          <p:cNvSpPr txBox="1">
            <a:spLocks/>
          </p:cNvSpPr>
          <p:nvPr/>
        </p:nvSpPr>
        <p:spPr>
          <a:xfrm>
            <a:off x="6192814" y="2746964"/>
            <a:ext cx="698700" cy="310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VT323"/>
              <a:buNone/>
              <a:defRPr sz="2300" b="0" i="0" u="none" strike="noStrike" cap="none">
                <a:solidFill>
                  <a:schemeClr val="dk2"/>
                </a:solidFill>
                <a:latin typeface="VT323"/>
                <a:ea typeface="VT323"/>
                <a:cs typeface="VT323"/>
                <a:sym typeface="VT323"/>
              </a:defRPr>
            </a:lvl1pPr>
            <a:lvl2pPr marR="0" lvl="1" algn="l" rtl="0">
              <a:lnSpc>
                <a:spcPct val="100000"/>
              </a:lnSpc>
              <a:spcBef>
                <a:spcPts val="0"/>
              </a:spcBef>
              <a:spcAft>
                <a:spcPts val="0"/>
              </a:spcAft>
              <a:buClr>
                <a:schemeClr val="dk1"/>
              </a:buClr>
              <a:buSzPts val="3000"/>
              <a:buFont typeface="VT323"/>
              <a:buNone/>
              <a:defRPr sz="3000" b="0" i="0" u="none" strike="noStrike" cap="none">
                <a:solidFill>
                  <a:schemeClr val="dk1"/>
                </a:solidFill>
                <a:latin typeface="VT323"/>
                <a:ea typeface="VT323"/>
                <a:cs typeface="VT323"/>
                <a:sym typeface="VT323"/>
              </a:defRPr>
            </a:lvl2pPr>
            <a:lvl3pPr marR="0" lvl="2" algn="l" rtl="0">
              <a:lnSpc>
                <a:spcPct val="100000"/>
              </a:lnSpc>
              <a:spcBef>
                <a:spcPts val="0"/>
              </a:spcBef>
              <a:spcAft>
                <a:spcPts val="0"/>
              </a:spcAft>
              <a:buClr>
                <a:schemeClr val="dk1"/>
              </a:buClr>
              <a:buSzPts val="3000"/>
              <a:buFont typeface="VT323"/>
              <a:buNone/>
              <a:defRPr sz="3000" b="0" i="0" u="none" strike="noStrike" cap="none">
                <a:solidFill>
                  <a:schemeClr val="dk1"/>
                </a:solidFill>
                <a:latin typeface="VT323"/>
                <a:ea typeface="VT323"/>
                <a:cs typeface="VT323"/>
                <a:sym typeface="VT323"/>
              </a:defRPr>
            </a:lvl3pPr>
            <a:lvl4pPr marR="0" lvl="3" algn="l" rtl="0">
              <a:lnSpc>
                <a:spcPct val="100000"/>
              </a:lnSpc>
              <a:spcBef>
                <a:spcPts val="0"/>
              </a:spcBef>
              <a:spcAft>
                <a:spcPts val="0"/>
              </a:spcAft>
              <a:buClr>
                <a:schemeClr val="dk1"/>
              </a:buClr>
              <a:buSzPts val="3000"/>
              <a:buFont typeface="VT323"/>
              <a:buNone/>
              <a:defRPr sz="3000" b="0" i="0" u="none" strike="noStrike" cap="none">
                <a:solidFill>
                  <a:schemeClr val="dk1"/>
                </a:solidFill>
                <a:latin typeface="VT323"/>
                <a:ea typeface="VT323"/>
                <a:cs typeface="VT323"/>
                <a:sym typeface="VT323"/>
              </a:defRPr>
            </a:lvl4pPr>
            <a:lvl5pPr marR="0" lvl="4" algn="l" rtl="0">
              <a:lnSpc>
                <a:spcPct val="100000"/>
              </a:lnSpc>
              <a:spcBef>
                <a:spcPts val="0"/>
              </a:spcBef>
              <a:spcAft>
                <a:spcPts val="0"/>
              </a:spcAft>
              <a:buClr>
                <a:schemeClr val="dk1"/>
              </a:buClr>
              <a:buSzPts val="3000"/>
              <a:buFont typeface="VT323"/>
              <a:buNone/>
              <a:defRPr sz="3000" b="0" i="0" u="none" strike="noStrike" cap="none">
                <a:solidFill>
                  <a:schemeClr val="dk1"/>
                </a:solidFill>
                <a:latin typeface="VT323"/>
                <a:ea typeface="VT323"/>
                <a:cs typeface="VT323"/>
                <a:sym typeface="VT323"/>
              </a:defRPr>
            </a:lvl5pPr>
            <a:lvl6pPr marR="0" lvl="5" algn="l" rtl="0">
              <a:lnSpc>
                <a:spcPct val="100000"/>
              </a:lnSpc>
              <a:spcBef>
                <a:spcPts val="0"/>
              </a:spcBef>
              <a:spcAft>
                <a:spcPts val="0"/>
              </a:spcAft>
              <a:buClr>
                <a:schemeClr val="dk1"/>
              </a:buClr>
              <a:buSzPts val="3000"/>
              <a:buFont typeface="VT323"/>
              <a:buNone/>
              <a:defRPr sz="3000" b="0" i="0" u="none" strike="noStrike" cap="none">
                <a:solidFill>
                  <a:schemeClr val="dk1"/>
                </a:solidFill>
                <a:latin typeface="VT323"/>
                <a:ea typeface="VT323"/>
                <a:cs typeface="VT323"/>
                <a:sym typeface="VT323"/>
              </a:defRPr>
            </a:lvl6pPr>
            <a:lvl7pPr marR="0" lvl="6" algn="l" rtl="0">
              <a:lnSpc>
                <a:spcPct val="100000"/>
              </a:lnSpc>
              <a:spcBef>
                <a:spcPts val="0"/>
              </a:spcBef>
              <a:spcAft>
                <a:spcPts val="0"/>
              </a:spcAft>
              <a:buClr>
                <a:schemeClr val="dk1"/>
              </a:buClr>
              <a:buSzPts val="3000"/>
              <a:buFont typeface="VT323"/>
              <a:buNone/>
              <a:defRPr sz="3000" b="0" i="0" u="none" strike="noStrike" cap="none">
                <a:solidFill>
                  <a:schemeClr val="dk1"/>
                </a:solidFill>
                <a:latin typeface="VT323"/>
                <a:ea typeface="VT323"/>
                <a:cs typeface="VT323"/>
                <a:sym typeface="VT323"/>
              </a:defRPr>
            </a:lvl7pPr>
            <a:lvl8pPr marR="0" lvl="7" algn="l" rtl="0">
              <a:lnSpc>
                <a:spcPct val="100000"/>
              </a:lnSpc>
              <a:spcBef>
                <a:spcPts val="0"/>
              </a:spcBef>
              <a:spcAft>
                <a:spcPts val="0"/>
              </a:spcAft>
              <a:buClr>
                <a:schemeClr val="dk1"/>
              </a:buClr>
              <a:buSzPts val="3000"/>
              <a:buFont typeface="VT323"/>
              <a:buNone/>
              <a:defRPr sz="3000" b="0" i="0" u="none" strike="noStrike" cap="none">
                <a:solidFill>
                  <a:schemeClr val="dk1"/>
                </a:solidFill>
                <a:latin typeface="VT323"/>
                <a:ea typeface="VT323"/>
                <a:cs typeface="VT323"/>
                <a:sym typeface="VT323"/>
              </a:defRPr>
            </a:lvl8pPr>
            <a:lvl9pPr marR="0" lvl="8" algn="l" rtl="0">
              <a:lnSpc>
                <a:spcPct val="100000"/>
              </a:lnSpc>
              <a:spcBef>
                <a:spcPts val="0"/>
              </a:spcBef>
              <a:spcAft>
                <a:spcPts val="0"/>
              </a:spcAft>
              <a:buClr>
                <a:schemeClr val="dk1"/>
              </a:buClr>
              <a:buSzPts val="3000"/>
              <a:buFont typeface="VT323"/>
              <a:buNone/>
              <a:defRPr sz="3000" b="0" i="0" u="none" strike="noStrike" cap="none">
                <a:solidFill>
                  <a:schemeClr val="dk1"/>
                </a:solidFill>
                <a:latin typeface="VT323"/>
                <a:ea typeface="VT323"/>
                <a:cs typeface="VT323"/>
                <a:sym typeface="VT323"/>
              </a:defRPr>
            </a:lvl9pPr>
          </a:lstStyle>
          <a:p>
            <a:r>
              <a:rPr lang="en" dirty="0"/>
              <a:t>06</a:t>
            </a:r>
          </a:p>
        </p:txBody>
      </p:sp>
      <p:sp>
        <p:nvSpPr>
          <p:cNvPr id="17" name="Google Shape;289;p35">
            <a:extLst>
              <a:ext uri="{FF2B5EF4-FFF2-40B4-BE49-F238E27FC236}">
                <a16:creationId xmlns:a16="http://schemas.microsoft.com/office/drawing/2014/main" id="{58A4BF18-D558-4CFB-A1CC-17A63CBFF9A4}"/>
              </a:ext>
            </a:extLst>
          </p:cNvPr>
          <p:cNvSpPr txBox="1">
            <a:spLocks/>
          </p:cNvSpPr>
          <p:nvPr/>
        </p:nvSpPr>
        <p:spPr>
          <a:xfrm>
            <a:off x="3449232" y="3791526"/>
            <a:ext cx="698700" cy="310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VT323"/>
              <a:buNone/>
              <a:defRPr sz="2300" b="0" i="0" u="none" strike="noStrike" cap="none">
                <a:solidFill>
                  <a:schemeClr val="dk2"/>
                </a:solidFill>
                <a:latin typeface="VT323"/>
                <a:ea typeface="VT323"/>
                <a:cs typeface="VT323"/>
                <a:sym typeface="VT323"/>
              </a:defRPr>
            </a:lvl1pPr>
            <a:lvl2pPr marR="0" lvl="1" algn="l" rtl="0">
              <a:lnSpc>
                <a:spcPct val="100000"/>
              </a:lnSpc>
              <a:spcBef>
                <a:spcPts val="0"/>
              </a:spcBef>
              <a:spcAft>
                <a:spcPts val="0"/>
              </a:spcAft>
              <a:buClr>
                <a:schemeClr val="dk1"/>
              </a:buClr>
              <a:buSzPts val="3000"/>
              <a:buFont typeface="VT323"/>
              <a:buNone/>
              <a:defRPr sz="3000" b="0" i="0" u="none" strike="noStrike" cap="none">
                <a:solidFill>
                  <a:schemeClr val="dk1"/>
                </a:solidFill>
                <a:latin typeface="VT323"/>
                <a:ea typeface="VT323"/>
                <a:cs typeface="VT323"/>
                <a:sym typeface="VT323"/>
              </a:defRPr>
            </a:lvl2pPr>
            <a:lvl3pPr marR="0" lvl="2" algn="l" rtl="0">
              <a:lnSpc>
                <a:spcPct val="100000"/>
              </a:lnSpc>
              <a:spcBef>
                <a:spcPts val="0"/>
              </a:spcBef>
              <a:spcAft>
                <a:spcPts val="0"/>
              </a:spcAft>
              <a:buClr>
                <a:schemeClr val="dk1"/>
              </a:buClr>
              <a:buSzPts val="3000"/>
              <a:buFont typeface="VT323"/>
              <a:buNone/>
              <a:defRPr sz="3000" b="0" i="0" u="none" strike="noStrike" cap="none">
                <a:solidFill>
                  <a:schemeClr val="dk1"/>
                </a:solidFill>
                <a:latin typeface="VT323"/>
                <a:ea typeface="VT323"/>
                <a:cs typeface="VT323"/>
                <a:sym typeface="VT323"/>
              </a:defRPr>
            </a:lvl3pPr>
            <a:lvl4pPr marR="0" lvl="3" algn="l" rtl="0">
              <a:lnSpc>
                <a:spcPct val="100000"/>
              </a:lnSpc>
              <a:spcBef>
                <a:spcPts val="0"/>
              </a:spcBef>
              <a:spcAft>
                <a:spcPts val="0"/>
              </a:spcAft>
              <a:buClr>
                <a:schemeClr val="dk1"/>
              </a:buClr>
              <a:buSzPts val="3000"/>
              <a:buFont typeface="VT323"/>
              <a:buNone/>
              <a:defRPr sz="3000" b="0" i="0" u="none" strike="noStrike" cap="none">
                <a:solidFill>
                  <a:schemeClr val="dk1"/>
                </a:solidFill>
                <a:latin typeface="VT323"/>
                <a:ea typeface="VT323"/>
                <a:cs typeface="VT323"/>
                <a:sym typeface="VT323"/>
              </a:defRPr>
            </a:lvl4pPr>
            <a:lvl5pPr marR="0" lvl="4" algn="l" rtl="0">
              <a:lnSpc>
                <a:spcPct val="100000"/>
              </a:lnSpc>
              <a:spcBef>
                <a:spcPts val="0"/>
              </a:spcBef>
              <a:spcAft>
                <a:spcPts val="0"/>
              </a:spcAft>
              <a:buClr>
                <a:schemeClr val="dk1"/>
              </a:buClr>
              <a:buSzPts val="3000"/>
              <a:buFont typeface="VT323"/>
              <a:buNone/>
              <a:defRPr sz="3000" b="0" i="0" u="none" strike="noStrike" cap="none">
                <a:solidFill>
                  <a:schemeClr val="dk1"/>
                </a:solidFill>
                <a:latin typeface="VT323"/>
                <a:ea typeface="VT323"/>
                <a:cs typeface="VT323"/>
                <a:sym typeface="VT323"/>
              </a:defRPr>
            </a:lvl5pPr>
            <a:lvl6pPr marR="0" lvl="5" algn="l" rtl="0">
              <a:lnSpc>
                <a:spcPct val="100000"/>
              </a:lnSpc>
              <a:spcBef>
                <a:spcPts val="0"/>
              </a:spcBef>
              <a:spcAft>
                <a:spcPts val="0"/>
              </a:spcAft>
              <a:buClr>
                <a:schemeClr val="dk1"/>
              </a:buClr>
              <a:buSzPts val="3000"/>
              <a:buFont typeface="VT323"/>
              <a:buNone/>
              <a:defRPr sz="3000" b="0" i="0" u="none" strike="noStrike" cap="none">
                <a:solidFill>
                  <a:schemeClr val="dk1"/>
                </a:solidFill>
                <a:latin typeface="VT323"/>
                <a:ea typeface="VT323"/>
                <a:cs typeface="VT323"/>
                <a:sym typeface="VT323"/>
              </a:defRPr>
            </a:lvl6pPr>
            <a:lvl7pPr marR="0" lvl="6" algn="l" rtl="0">
              <a:lnSpc>
                <a:spcPct val="100000"/>
              </a:lnSpc>
              <a:spcBef>
                <a:spcPts val="0"/>
              </a:spcBef>
              <a:spcAft>
                <a:spcPts val="0"/>
              </a:spcAft>
              <a:buClr>
                <a:schemeClr val="dk1"/>
              </a:buClr>
              <a:buSzPts val="3000"/>
              <a:buFont typeface="VT323"/>
              <a:buNone/>
              <a:defRPr sz="3000" b="0" i="0" u="none" strike="noStrike" cap="none">
                <a:solidFill>
                  <a:schemeClr val="dk1"/>
                </a:solidFill>
                <a:latin typeface="VT323"/>
                <a:ea typeface="VT323"/>
                <a:cs typeface="VT323"/>
                <a:sym typeface="VT323"/>
              </a:defRPr>
            </a:lvl7pPr>
            <a:lvl8pPr marR="0" lvl="7" algn="l" rtl="0">
              <a:lnSpc>
                <a:spcPct val="100000"/>
              </a:lnSpc>
              <a:spcBef>
                <a:spcPts val="0"/>
              </a:spcBef>
              <a:spcAft>
                <a:spcPts val="0"/>
              </a:spcAft>
              <a:buClr>
                <a:schemeClr val="dk1"/>
              </a:buClr>
              <a:buSzPts val="3000"/>
              <a:buFont typeface="VT323"/>
              <a:buNone/>
              <a:defRPr sz="3000" b="0" i="0" u="none" strike="noStrike" cap="none">
                <a:solidFill>
                  <a:schemeClr val="dk1"/>
                </a:solidFill>
                <a:latin typeface="VT323"/>
                <a:ea typeface="VT323"/>
                <a:cs typeface="VT323"/>
                <a:sym typeface="VT323"/>
              </a:defRPr>
            </a:lvl8pPr>
            <a:lvl9pPr marR="0" lvl="8" algn="l" rtl="0">
              <a:lnSpc>
                <a:spcPct val="100000"/>
              </a:lnSpc>
              <a:spcBef>
                <a:spcPts val="0"/>
              </a:spcBef>
              <a:spcAft>
                <a:spcPts val="0"/>
              </a:spcAft>
              <a:buClr>
                <a:schemeClr val="dk1"/>
              </a:buClr>
              <a:buSzPts val="3000"/>
              <a:buFont typeface="VT323"/>
              <a:buNone/>
              <a:defRPr sz="3000" b="0" i="0" u="none" strike="noStrike" cap="none">
                <a:solidFill>
                  <a:schemeClr val="dk1"/>
                </a:solidFill>
                <a:latin typeface="VT323"/>
                <a:ea typeface="VT323"/>
                <a:cs typeface="VT323"/>
                <a:sym typeface="VT323"/>
              </a:defRPr>
            </a:lvl9pPr>
          </a:lstStyle>
          <a:p>
            <a:r>
              <a:rPr lang="en" dirty="0"/>
              <a:t>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p38"/>
          <p:cNvSpPr txBox="1">
            <a:spLocks noGrp="1"/>
          </p:cNvSpPr>
          <p:nvPr>
            <p:ph type="title"/>
          </p:nvPr>
        </p:nvSpPr>
        <p:spPr>
          <a:xfrm>
            <a:off x="341850" y="689750"/>
            <a:ext cx="84603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The Evolution Of Python</a:t>
            </a:r>
            <a:endParaRPr dirty="0"/>
          </a:p>
        </p:txBody>
      </p:sp>
      <p:sp>
        <p:nvSpPr>
          <p:cNvPr id="321" name="Google Shape;321;p38"/>
          <p:cNvSpPr txBox="1"/>
          <p:nvPr/>
        </p:nvSpPr>
        <p:spPr>
          <a:xfrm>
            <a:off x="333048" y="2293025"/>
            <a:ext cx="1844400" cy="533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GB" sz="2300" dirty="0">
                <a:solidFill>
                  <a:schemeClr val="dk2"/>
                </a:solidFill>
                <a:latin typeface="VT323"/>
                <a:ea typeface="VT323"/>
                <a:cs typeface="VT323"/>
                <a:sym typeface="VT323"/>
              </a:rPr>
              <a:t>Late 1980s</a:t>
            </a:r>
          </a:p>
        </p:txBody>
      </p:sp>
      <p:sp>
        <p:nvSpPr>
          <p:cNvPr id="322" name="Google Shape;322;p38"/>
          <p:cNvSpPr txBox="1"/>
          <p:nvPr/>
        </p:nvSpPr>
        <p:spPr>
          <a:xfrm>
            <a:off x="191369" y="2817644"/>
            <a:ext cx="1844400" cy="1070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100" dirty="0">
                <a:solidFill>
                  <a:schemeClr val="dk1"/>
                </a:solidFill>
                <a:latin typeface="Open Sans"/>
                <a:ea typeface="Open Sans"/>
                <a:cs typeface="Open Sans"/>
                <a:sym typeface="Open Sans"/>
              </a:rPr>
              <a:t>Guido van Rossum began designing Python at the Netherlands’ CWI (Centrum </a:t>
            </a:r>
            <a:r>
              <a:rPr lang="en-GB" sz="1100" dirty="0" err="1">
                <a:solidFill>
                  <a:schemeClr val="dk1"/>
                </a:solidFill>
                <a:latin typeface="Open Sans"/>
                <a:ea typeface="Open Sans"/>
                <a:cs typeface="Open Sans"/>
                <a:sym typeface="Open Sans"/>
              </a:rPr>
              <a:t>Wiskunde</a:t>
            </a:r>
            <a:r>
              <a:rPr lang="en-GB" sz="1100" dirty="0">
                <a:solidFill>
                  <a:schemeClr val="dk1"/>
                </a:solidFill>
                <a:latin typeface="Open Sans"/>
                <a:ea typeface="Open Sans"/>
                <a:cs typeface="Open Sans"/>
                <a:sym typeface="Open Sans"/>
              </a:rPr>
              <a:t> &amp; Informatica) as a successor to the ABC language, aiming for simplicity and power.</a:t>
            </a:r>
          </a:p>
        </p:txBody>
      </p:sp>
      <p:sp>
        <p:nvSpPr>
          <p:cNvPr id="323" name="Google Shape;323;p38"/>
          <p:cNvSpPr txBox="1"/>
          <p:nvPr/>
        </p:nvSpPr>
        <p:spPr>
          <a:xfrm>
            <a:off x="2405750" y="2293024"/>
            <a:ext cx="1844400" cy="533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300" dirty="0">
                <a:solidFill>
                  <a:schemeClr val="dk2"/>
                </a:solidFill>
                <a:latin typeface="VT323"/>
                <a:ea typeface="VT323"/>
                <a:cs typeface="VT323"/>
                <a:sym typeface="VT323"/>
              </a:rPr>
              <a:t>1991</a:t>
            </a:r>
            <a:endParaRPr sz="2300" dirty="0">
              <a:solidFill>
                <a:schemeClr val="dk2"/>
              </a:solidFill>
              <a:latin typeface="VT323"/>
              <a:ea typeface="VT323"/>
              <a:cs typeface="VT323"/>
              <a:sym typeface="VT323"/>
            </a:endParaRPr>
          </a:p>
        </p:txBody>
      </p:sp>
      <p:sp>
        <p:nvSpPr>
          <p:cNvPr id="324" name="Google Shape;324;p38"/>
          <p:cNvSpPr txBox="1"/>
          <p:nvPr/>
        </p:nvSpPr>
        <p:spPr>
          <a:xfrm>
            <a:off x="1984343" y="2786899"/>
            <a:ext cx="1844400" cy="1070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100" dirty="0">
                <a:solidFill>
                  <a:schemeClr val="dk1"/>
                </a:solidFill>
                <a:latin typeface="Open Sans"/>
                <a:ea typeface="Open Sans"/>
                <a:cs typeface="Open Sans"/>
                <a:sym typeface="Open Sans"/>
              </a:rPr>
              <a:t>Python 0.9.0 released</a:t>
            </a:r>
          </a:p>
          <a:p>
            <a:pPr marL="0" lvl="0" indent="0" algn="l" rtl="0">
              <a:spcBef>
                <a:spcPts val="0"/>
              </a:spcBef>
              <a:spcAft>
                <a:spcPts val="0"/>
              </a:spcAft>
              <a:buNone/>
            </a:pPr>
            <a:r>
              <a:rPr lang="en-GB" sz="1100" dirty="0">
                <a:solidFill>
                  <a:schemeClr val="dk1"/>
                </a:solidFill>
                <a:latin typeface="Open Sans"/>
                <a:ea typeface="Open Sans"/>
                <a:cs typeface="Open Sans"/>
                <a:sym typeface="Open Sans"/>
              </a:rPr>
              <a:t>The first public version, including features like functions, exception handling, and modules.</a:t>
            </a:r>
          </a:p>
        </p:txBody>
      </p:sp>
      <p:sp>
        <p:nvSpPr>
          <p:cNvPr id="325" name="Google Shape;325;p38"/>
          <p:cNvSpPr txBox="1"/>
          <p:nvPr/>
        </p:nvSpPr>
        <p:spPr>
          <a:xfrm>
            <a:off x="6351788" y="2278463"/>
            <a:ext cx="1844400" cy="533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300" dirty="0">
                <a:solidFill>
                  <a:schemeClr val="dk2"/>
                </a:solidFill>
                <a:latin typeface="VT323"/>
                <a:ea typeface="VT323"/>
                <a:cs typeface="VT323"/>
                <a:sym typeface="VT323"/>
              </a:rPr>
              <a:t>2008</a:t>
            </a:r>
            <a:endParaRPr sz="2300" dirty="0">
              <a:solidFill>
                <a:schemeClr val="dk2"/>
              </a:solidFill>
              <a:latin typeface="VT323"/>
              <a:ea typeface="VT323"/>
              <a:cs typeface="VT323"/>
              <a:sym typeface="VT323"/>
            </a:endParaRPr>
          </a:p>
        </p:txBody>
      </p:sp>
      <p:sp>
        <p:nvSpPr>
          <p:cNvPr id="326" name="Google Shape;326;p38"/>
          <p:cNvSpPr txBox="1"/>
          <p:nvPr/>
        </p:nvSpPr>
        <p:spPr>
          <a:xfrm>
            <a:off x="5607192" y="2724805"/>
            <a:ext cx="1844400" cy="1525756"/>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100" dirty="0">
                <a:solidFill>
                  <a:schemeClr val="dk1"/>
                </a:solidFill>
                <a:latin typeface="Open Sans"/>
                <a:ea typeface="Open Sans"/>
                <a:cs typeface="Open Sans"/>
                <a:sym typeface="Open Sans"/>
              </a:rPr>
              <a:t>Python 3.0</a:t>
            </a:r>
          </a:p>
          <a:p>
            <a:pPr marL="0" lvl="0" indent="0" algn="l" rtl="0">
              <a:spcBef>
                <a:spcPts val="0"/>
              </a:spcBef>
              <a:spcAft>
                <a:spcPts val="0"/>
              </a:spcAft>
              <a:buNone/>
            </a:pPr>
            <a:r>
              <a:rPr lang="en-GB" sz="1100" dirty="0">
                <a:solidFill>
                  <a:schemeClr val="dk1"/>
                </a:solidFill>
                <a:latin typeface="Open Sans"/>
                <a:ea typeface="Open Sans"/>
                <a:cs typeface="Open Sans"/>
                <a:sym typeface="Open Sans"/>
              </a:rPr>
              <a:t>A complete redesign for long-term stability and clarity. It was not backward-compatible with Python 2, improving syntax consistency and Unicode handling.</a:t>
            </a:r>
          </a:p>
        </p:txBody>
      </p:sp>
      <p:sp>
        <p:nvSpPr>
          <p:cNvPr id="327" name="Google Shape;327;p38"/>
          <p:cNvSpPr txBox="1"/>
          <p:nvPr/>
        </p:nvSpPr>
        <p:spPr>
          <a:xfrm>
            <a:off x="4478467" y="2293025"/>
            <a:ext cx="1844400" cy="533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300" dirty="0">
                <a:solidFill>
                  <a:schemeClr val="dk2"/>
                </a:solidFill>
                <a:latin typeface="VT323"/>
                <a:ea typeface="VT323"/>
                <a:cs typeface="VT323"/>
                <a:sym typeface="VT323"/>
              </a:rPr>
              <a:t>1994</a:t>
            </a:r>
            <a:endParaRPr sz="2300" dirty="0">
              <a:solidFill>
                <a:schemeClr val="dk2"/>
              </a:solidFill>
              <a:latin typeface="VT323"/>
              <a:ea typeface="VT323"/>
              <a:cs typeface="VT323"/>
              <a:sym typeface="VT323"/>
            </a:endParaRPr>
          </a:p>
        </p:txBody>
      </p:sp>
      <p:sp>
        <p:nvSpPr>
          <p:cNvPr id="328" name="Google Shape;328;p38"/>
          <p:cNvSpPr txBox="1"/>
          <p:nvPr/>
        </p:nvSpPr>
        <p:spPr>
          <a:xfrm>
            <a:off x="3798976" y="2732691"/>
            <a:ext cx="1816500" cy="1272645"/>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100" dirty="0">
                <a:solidFill>
                  <a:schemeClr val="dk1"/>
                </a:solidFill>
                <a:latin typeface="Open Sans"/>
                <a:ea typeface="Open Sans"/>
                <a:cs typeface="Open Sans"/>
                <a:sym typeface="Open Sans"/>
              </a:rPr>
              <a:t>Python 1.0</a:t>
            </a:r>
          </a:p>
          <a:p>
            <a:pPr marL="0" lvl="0" indent="0" algn="l" rtl="0">
              <a:spcBef>
                <a:spcPts val="0"/>
              </a:spcBef>
              <a:spcAft>
                <a:spcPts val="0"/>
              </a:spcAft>
              <a:buNone/>
            </a:pPr>
            <a:r>
              <a:rPr lang="en-GB" sz="1100" dirty="0">
                <a:solidFill>
                  <a:schemeClr val="dk1"/>
                </a:solidFill>
                <a:latin typeface="Open Sans"/>
                <a:ea typeface="Open Sans"/>
                <a:cs typeface="Open Sans"/>
                <a:sym typeface="Open Sans"/>
              </a:rPr>
              <a:t>Added functional tools like map(), filter(), lambda, and error handling improvements.</a:t>
            </a:r>
          </a:p>
        </p:txBody>
      </p:sp>
      <p:grpSp>
        <p:nvGrpSpPr>
          <p:cNvPr id="329" name="Google Shape;329;p38"/>
          <p:cNvGrpSpPr/>
          <p:nvPr/>
        </p:nvGrpSpPr>
        <p:grpSpPr>
          <a:xfrm>
            <a:off x="457209" y="1959034"/>
            <a:ext cx="257270" cy="265503"/>
            <a:chOff x="3526100" y="1307775"/>
            <a:chExt cx="318285" cy="328470"/>
          </a:xfrm>
        </p:grpSpPr>
        <p:sp>
          <p:nvSpPr>
            <p:cNvPr id="330" name="Google Shape;330;p38"/>
            <p:cNvSpPr/>
            <p:nvPr/>
          </p:nvSpPr>
          <p:spPr>
            <a:xfrm>
              <a:off x="3536285" y="1328145"/>
              <a:ext cx="308100" cy="3081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Mono"/>
                <a:ea typeface="Roboto Mono"/>
                <a:cs typeface="Roboto Mono"/>
                <a:sym typeface="Roboto Mono"/>
              </a:endParaRPr>
            </a:p>
          </p:txBody>
        </p:sp>
        <p:sp>
          <p:nvSpPr>
            <p:cNvPr id="331" name="Google Shape;331;p38"/>
            <p:cNvSpPr/>
            <p:nvPr/>
          </p:nvSpPr>
          <p:spPr>
            <a:xfrm>
              <a:off x="3526100" y="1307775"/>
              <a:ext cx="308100" cy="3081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Mono"/>
                <a:ea typeface="Roboto Mono"/>
                <a:cs typeface="Roboto Mono"/>
                <a:sym typeface="Roboto Mono"/>
              </a:endParaRPr>
            </a:p>
          </p:txBody>
        </p:sp>
      </p:grpSp>
      <p:grpSp>
        <p:nvGrpSpPr>
          <p:cNvPr id="332" name="Google Shape;332;p38"/>
          <p:cNvGrpSpPr/>
          <p:nvPr/>
        </p:nvGrpSpPr>
        <p:grpSpPr>
          <a:xfrm>
            <a:off x="2522609" y="1959034"/>
            <a:ext cx="257270" cy="265503"/>
            <a:chOff x="3526100" y="1307775"/>
            <a:chExt cx="318285" cy="328470"/>
          </a:xfrm>
        </p:grpSpPr>
        <p:sp>
          <p:nvSpPr>
            <p:cNvPr id="333" name="Google Shape;333;p38"/>
            <p:cNvSpPr/>
            <p:nvPr/>
          </p:nvSpPr>
          <p:spPr>
            <a:xfrm>
              <a:off x="3536285" y="1328145"/>
              <a:ext cx="308100" cy="3081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Mono"/>
                <a:ea typeface="Roboto Mono"/>
                <a:cs typeface="Roboto Mono"/>
                <a:sym typeface="Roboto Mono"/>
              </a:endParaRPr>
            </a:p>
          </p:txBody>
        </p:sp>
        <p:sp>
          <p:nvSpPr>
            <p:cNvPr id="334" name="Google Shape;334;p38"/>
            <p:cNvSpPr/>
            <p:nvPr/>
          </p:nvSpPr>
          <p:spPr>
            <a:xfrm>
              <a:off x="3526100" y="1307775"/>
              <a:ext cx="308100" cy="3081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Mono"/>
                <a:ea typeface="Roboto Mono"/>
                <a:cs typeface="Roboto Mono"/>
                <a:sym typeface="Roboto Mono"/>
              </a:endParaRPr>
            </a:p>
          </p:txBody>
        </p:sp>
      </p:grpSp>
      <p:grpSp>
        <p:nvGrpSpPr>
          <p:cNvPr id="335" name="Google Shape;335;p38"/>
          <p:cNvGrpSpPr/>
          <p:nvPr/>
        </p:nvGrpSpPr>
        <p:grpSpPr>
          <a:xfrm>
            <a:off x="4588009" y="1959034"/>
            <a:ext cx="257270" cy="265503"/>
            <a:chOff x="3526100" y="1307775"/>
            <a:chExt cx="318285" cy="328470"/>
          </a:xfrm>
        </p:grpSpPr>
        <p:sp>
          <p:nvSpPr>
            <p:cNvPr id="336" name="Google Shape;336;p38"/>
            <p:cNvSpPr/>
            <p:nvPr/>
          </p:nvSpPr>
          <p:spPr>
            <a:xfrm>
              <a:off x="3536285" y="1328145"/>
              <a:ext cx="308100" cy="3081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Mono"/>
                <a:ea typeface="Roboto Mono"/>
                <a:cs typeface="Roboto Mono"/>
                <a:sym typeface="Roboto Mono"/>
              </a:endParaRPr>
            </a:p>
          </p:txBody>
        </p:sp>
        <p:sp>
          <p:nvSpPr>
            <p:cNvPr id="337" name="Google Shape;337;p38"/>
            <p:cNvSpPr/>
            <p:nvPr/>
          </p:nvSpPr>
          <p:spPr>
            <a:xfrm>
              <a:off x="3526100" y="1307775"/>
              <a:ext cx="308100" cy="3081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Mono"/>
                <a:ea typeface="Roboto Mono"/>
                <a:cs typeface="Roboto Mono"/>
                <a:sym typeface="Roboto Mono"/>
              </a:endParaRPr>
            </a:p>
          </p:txBody>
        </p:sp>
      </p:grpSp>
      <p:grpSp>
        <p:nvGrpSpPr>
          <p:cNvPr id="338" name="Google Shape;338;p38"/>
          <p:cNvGrpSpPr/>
          <p:nvPr/>
        </p:nvGrpSpPr>
        <p:grpSpPr>
          <a:xfrm>
            <a:off x="6653409" y="1959034"/>
            <a:ext cx="257270" cy="265503"/>
            <a:chOff x="3526100" y="1307775"/>
            <a:chExt cx="318285" cy="328470"/>
          </a:xfrm>
        </p:grpSpPr>
        <p:sp>
          <p:nvSpPr>
            <p:cNvPr id="339" name="Google Shape;339;p38"/>
            <p:cNvSpPr/>
            <p:nvPr/>
          </p:nvSpPr>
          <p:spPr>
            <a:xfrm>
              <a:off x="3536285" y="1328145"/>
              <a:ext cx="308100" cy="3081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Mono"/>
                <a:ea typeface="Roboto Mono"/>
                <a:cs typeface="Roboto Mono"/>
                <a:sym typeface="Roboto Mono"/>
              </a:endParaRPr>
            </a:p>
          </p:txBody>
        </p:sp>
        <p:sp>
          <p:nvSpPr>
            <p:cNvPr id="340" name="Google Shape;340;p38"/>
            <p:cNvSpPr/>
            <p:nvPr/>
          </p:nvSpPr>
          <p:spPr>
            <a:xfrm>
              <a:off x="3526100" y="1307775"/>
              <a:ext cx="308100" cy="3081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Mono"/>
                <a:ea typeface="Roboto Mono"/>
                <a:cs typeface="Roboto Mono"/>
                <a:sym typeface="Roboto Mono"/>
              </a:endParaRPr>
            </a:p>
          </p:txBody>
        </p:sp>
      </p:grpSp>
      <p:cxnSp>
        <p:nvCxnSpPr>
          <p:cNvPr id="341" name="Google Shape;341;p38"/>
          <p:cNvCxnSpPr>
            <a:endCxn id="334" idx="1"/>
          </p:cNvCxnSpPr>
          <p:nvPr/>
        </p:nvCxnSpPr>
        <p:spPr>
          <a:xfrm>
            <a:off x="706109" y="2083552"/>
            <a:ext cx="1816500" cy="0"/>
          </a:xfrm>
          <a:prstGeom prst="straightConnector1">
            <a:avLst/>
          </a:prstGeom>
          <a:noFill/>
          <a:ln w="19050" cap="flat" cmpd="sng">
            <a:solidFill>
              <a:schemeClr val="dk2"/>
            </a:solidFill>
            <a:prstDash val="solid"/>
            <a:round/>
            <a:headEnd type="none" w="med" len="med"/>
            <a:tailEnd type="none" w="med" len="med"/>
          </a:ln>
        </p:spPr>
      </p:cxnSp>
      <p:cxnSp>
        <p:nvCxnSpPr>
          <p:cNvPr id="342" name="Google Shape;342;p38"/>
          <p:cNvCxnSpPr>
            <a:stCxn id="334" idx="3"/>
            <a:endCxn id="337" idx="1"/>
          </p:cNvCxnSpPr>
          <p:nvPr/>
        </p:nvCxnSpPr>
        <p:spPr>
          <a:xfrm>
            <a:off x="2771646" y="2083552"/>
            <a:ext cx="1816500" cy="0"/>
          </a:xfrm>
          <a:prstGeom prst="straightConnector1">
            <a:avLst/>
          </a:prstGeom>
          <a:noFill/>
          <a:ln w="19050" cap="flat" cmpd="sng">
            <a:solidFill>
              <a:schemeClr val="dk2"/>
            </a:solidFill>
            <a:prstDash val="solid"/>
            <a:round/>
            <a:headEnd type="none" w="med" len="med"/>
            <a:tailEnd type="none" w="med" len="med"/>
          </a:ln>
        </p:spPr>
      </p:cxnSp>
      <p:cxnSp>
        <p:nvCxnSpPr>
          <p:cNvPr id="343" name="Google Shape;343;p38"/>
          <p:cNvCxnSpPr>
            <a:cxnSpLocks/>
            <a:stCxn id="337" idx="3"/>
            <a:endCxn id="340" idx="1"/>
          </p:cNvCxnSpPr>
          <p:nvPr/>
        </p:nvCxnSpPr>
        <p:spPr>
          <a:xfrm>
            <a:off x="4837046" y="2083552"/>
            <a:ext cx="1816500" cy="0"/>
          </a:xfrm>
          <a:prstGeom prst="straightConnector1">
            <a:avLst/>
          </a:prstGeom>
          <a:noFill/>
          <a:ln w="19050" cap="flat" cmpd="sng">
            <a:solidFill>
              <a:schemeClr val="dk2"/>
            </a:solidFill>
            <a:prstDash val="solid"/>
            <a:round/>
            <a:headEnd type="none" w="med" len="med"/>
            <a:tailEnd type="none" w="med" len="med"/>
          </a:ln>
        </p:spPr>
      </p:cxnSp>
      <p:grpSp>
        <p:nvGrpSpPr>
          <p:cNvPr id="26" name="Google Shape;338;p38">
            <a:extLst>
              <a:ext uri="{FF2B5EF4-FFF2-40B4-BE49-F238E27FC236}">
                <a16:creationId xmlns:a16="http://schemas.microsoft.com/office/drawing/2014/main" id="{043AA844-9FE6-4126-9169-1FDFE69B8931}"/>
              </a:ext>
            </a:extLst>
          </p:cNvPr>
          <p:cNvGrpSpPr/>
          <p:nvPr/>
        </p:nvGrpSpPr>
        <p:grpSpPr>
          <a:xfrm>
            <a:off x="8397027" y="1949686"/>
            <a:ext cx="257270" cy="265503"/>
            <a:chOff x="3526100" y="1307775"/>
            <a:chExt cx="318285" cy="328470"/>
          </a:xfrm>
        </p:grpSpPr>
        <p:sp>
          <p:nvSpPr>
            <p:cNvPr id="27" name="Google Shape;339;p38">
              <a:extLst>
                <a:ext uri="{FF2B5EF4-FFF2-40B4-BE49-F238E27FC236}">
                  <a16:creationId xmlns:a16="http://schemas.microsoft.com/office/drawing/2014/main" id="{A8C7B1AE-7654-4BFF-B1CD-0C8CC8E4BD5B}"/>
                </a:ext>
              </a:extLst>
            </p:cNvPr>
            <p:cNvSpPr/>
            <p:nvPr/>
          </p:nvSpPr>
          <p:spPr>
            <a:xfrm>
              <a:off x="3536285" y="1328145"/>
              <a:ext cx="308100" cy="3081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Mono"/>
                <a:ea typeface="Roboto Mono"/>
                <a:cs typeface="Roboto Mono"/>
                <a:sym typeface="Roboto Mono"/>
              </a:endParaRPr>
            </a:p>
          </p:txBody>
        </p:sp>
        <p:sp>
          <p:nvSpPr>
            <p:cNvPr id="28" name="Google Shape;340;p38">
              <a:extLst>
                <a:ext uri="{FF2B5EF4-FFF2-40B4-BE49-F238E27FC236}">
                  <a16:creationId xmlns:a16="http://schemas.microsoft.com/office/drawing/2014/main" id="{4243108C-FFC8-452A-923E-5755E9B90221}"/>
                </a:ext>
              </a:extLst>
            </p:cNvPr>
            <p:cNvSpPr/>
            <p:nvPr/>
          </p:nvSpPr>
          <p:spPr>
            <a:xfrm>
              <a:off x="3526100" y="1307775"/>
              <a:ext cx="308100" cy="3081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Roboto Mono"/>
                <a:ea typeface="Roboto Mono"/>
                <a:cs typeface="Roboto Mono"/>
                <a:sym typeface="Roboto Mono"/>
              </a:endParaRPr>
            </a:p>
          </p:txBody>
        </p:sp>
      </p:grpSp>
      <p:cxnSp>
        <p:nvCxnSpPr>
          <p:cNvPr id="31" name="Google Shape;343;p38">
            <a:extLst>
              <a:ext uri="{FF2B5EF4-FFF2-40B4-BE49-F238E27FC236}">
                <a16:creationId xmlns:a16="http://schemas.microsoft.com/office/drawing/2014/main" id="{DFCCD720-BCCB-48A5-995B-F7274BC6DF67}"/>
              </a:ext>
            </a:extLst>
          </p:cNvPr>
          <p:cNvCxnSpPr>
            <a:cxnSpLocks/>
          </p:cNvCxnSpPr>
          <p:nvPr/>
        </p:nvCxnSpPr>
        <p:spPr>
          <a:xfrm>
            <a:off x="6903720" y="2083552"/>
            <a:ext cx="1491855" cy="0"/>
          </a:xfrm>
          <a:prstGeom prst="straightConnector1">
            <a:avLst/>
          </a:prstGeom>
          <a:noFill/>
          <a:ln w="19050" cap="flat" cmpd="sng">
            <a:solidFill>
              <a:schemeClr val="dk2"/>
            </a:solidFill>
            <a:prstDash val="solid"/>
            <a:round/>
            <a:headEnd type="none" w="med" len="med"/>
            <a:tailEnd type="none" w="med" len="med"/>
          </a:ln>
        </p:spPr>
      </p:cxnSp>
      <p:sp>
        <p:nvSpPr>
          <p:cNvPr id="39" name="Google Shape;325;p38">
            <a:extLst>
              <a:ext uri="{FF2B5EF4-FFF2-40B4-BE49-F238E27FC236}">
                <a16:creationId xmlns:a16="http://schemas.microsoft.com/office/drawing/2014/main" id="{4E1BE7EB-59FE-4FCC-9C1F-98104C6C4FA9}"/>
              </a:ext>
            </a:extLst>
          </p:cNvPr>
          <p:cNvSpPr txBox="1"/>
          <p:nvPr/>
        </p:nvSpPr>
        <p:spPr>
          <a:xfrm>
            <a:off x="8098037" y="2306777"/>
            <a:ext cx="1844400" cy="533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GB" sz="2300" dirty="0">
                <a:solidFill>
                  <a:schemeClr val="dk2"/>
                </a:solidFill>
                <a:latin typeface="VT323"/>
                <a:ea typeface="VT323"/>
                <a:cs typeface="VT323"/>
                <a:sym typeface="VT323"/>
              </a:rPr>
              <a:t>2010s</a:t>
            </a:r>
            <a:endParaRPr sz="2300" dirty="0">
              <a:solidFill>
                <a:schemeClr val="dk2"/>
              </a:solidFill>
              <a:latin typeface="VT323"/>
              <a:ea typeface="VT323"/>
              <a:cs typeface="VT323"/>
              <a:sym typeface="VT323"/>
            </a:endParaRPr>
          </a:p>
        </p:txBody>
      </p:sp>
      <p:sp>
        <p:nvSpPr>
          <p:cNvPr id="40" name="Google Shape;326;p38">
            <a:extLst>
              <a:ext uri="{FF2B5EF4-FFF2-40B4-BE49-F238E27FC236}">
                <a16:creationId xmlns:a16="http://schemas.microsoft.com/office/drawing/2014/main" id="{52FF4DB4-FF91-48FF-9393-5CB622A27956}"/>
              </a:ext>
            </a:extLst>
          </p:cNvPr>
          <p:cNvSpPr txBox="1"/>
          <p:nvPr/>
        </p:nvSpPr>
        <p:spPr>
          <a:xfrm>
            <a:off x="7372140" y="2742723"/>
            <a:ext cx="1648097" cy="1161664"/>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100" dirty="0">
                <a:solidFill>
                  <a:schemeClr val="dk1"/>
                </a:solidFill>
                <a:latin typeface="Open Sans"/>
                <a:ea typeface="Open Sans"/>
                <a:cs typeface="Open Sans"/>
                <a:sym typeface="Open Sans"/>
              </a:rPr>
              <a:t>Rise in popularity</a:t>
            </a:r>
          </a:p>
          <a:p>
            <a:pPr marL="0" lvl="0" indent="0" algn="l" rtl="0">
              <a:spcBef>
                <a:spcPts val="0"/>
              </a:spcBef>
              <a:spcAft>
                <a:spcPts val="0"/>
              </a:spcAft>
              <a:buNone/>
            </a:pPr>
            <a:r>
              <a:rPr lang="en-GB" sz="1100" dirty="0">
                <a:solidFill>
                  <a:schemeClr val="dk1"/>
                </a:solidFill>
                <a:latin typeface="Open Sans"/>
                <a:ea typeface="Open Sans"/>
                <a:cs typeface="Open Sans"/>
                <a:sym typeface="Open Sans"/>
              </a:rPr>
              <a:t>Python became dominant in education, data analysis, and AI due to libraries like NumPy, Pandas, and TensorFlow.</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pic>
        <p:nvPicPr>
          <p:cNvPr id="313" name="Google Shape;313;p37"/>
          <p:cNvPicPr preferRelativeResize="0">
            <a:picLocks noGrp="1"/>
          </p:cNvPicPr>
          <p:nvPr>
            <p:ph type="pic" idx="2"/>
          </p:nvPr>
        </p:nvPicPr>
        <p:blipFill>
          <a:blip r:embed="rId3"/>
          <a:srcRect l="22307" r="22307"/>
          <a:stretch/>
        </p:blipFill>
        <p:spPr>
          <a:xfrm>
            <a:off x="191450" y="686275"/>
            <a:ext cx="8758328" cy="4130125"/>
          </a:xfrm>
          <a:prstGeom prst="rect">
            <a:avLst/>
          </a:prstGeom>
        </p:spPr>
      </p:pic>
      <p:sp>
        <p:nvSpPr>
          <p:cNvPr id="314" name="Google Shape;314;p37"/>
          <p:cNvSpPr txBox="1">
            <a:spLocks noGrp="1"/>
          </p:cNvSpPr>
          <p:nvPr>
            <p:ph type="title"/>
          </p:nvPr>
        </p:nvSpPr>
        <p:spPr>
          <a:xfrm>
            <a:off x="341850" y="4029144"/>
            <a:ext cx="2995045" cy="664301"/>
          </a:xfrm>
          <a:prstGeom prst="rect">
            <a:avLst/>
          </a:prstGeom>
          <a:ln>
            <a:solidFill>
              <a:schemeClr val="tx1"/>
            </a:solidFill>
            <a:prstDash val="dash"/>
          </a:ln>
        </p:spPr>
        <p:txBody>
          <a:bodyPr spcFirstLastPara="1" wrap="square" lIns="91425" tIns="91425" rIns="91425" bIns="91425" anchor="t" anchorCtr="0">
            <a:noAutofit/>
          </a:bodyPr>
          <a:lstStyle/>
          <a:p>
            <a:pPr marL="0" lvl="0" indent="0" algn="ctr" rtl="0">
              <a:spcBef>
                <a:spcPts val="0"/>
              </a:spcBef>
              <a:spcAft>
                <a:spcPts val="0"/>
              </a:spcAft>
              <a:buNone/>
            </a:pPr>
            <a:r>
              <a:rPr lang="en" dirty="0"/>
              <a:t>As of oct 2025, python is the most famous programming languages</a:t>
            </a:r>
            <a:endParaRPr dirty="0"/>
          </a:p>
        </p:txBody>
      </p:sp>
      <p:sp>
        <p:nvSpPr>
          <p:cNvPr id="315" name="Google Shape;315;p37"/>
          <p:cNvSpPr txBox="1"/>
          <p:nvPr/>
        </p:nvSpPr>
        <p:spPr>
          <a:xfrm>
            <a:off x="341850" y="205291"/>
            <a:ext cx="4475400" cy="265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600">
                <a:solidFill>
                  <a:schemeClr val="dk1"/>
                </a:solidFill>
                <a:latin typeface="VT323"/>
                <a:ea typeface="VT323"/>
                <a:cs typeface="VT323"/>
                <a:sym typeface="VT323"/>
              </a:rPr>
              <a:t>Write your Name</a:t>
            </a:r>
            <a:endParaRPr sz="1600">
              <a:solidFill>
                <a:schemeClr val="dk1"/>
              </a:solidFill>
              <a:latin typeface="VT323"/>
              <a:ea typeface="VT323"/>
              <a:cs typeface="VT323"/>
              <a:sym typeface="VT323"/>
            </a:endParaRPr>
          </a:p>
        </p:txBody>
      </p:sp>
      <p:sp>
        <p:nvSpPr>
          <p:cNvPr id="2" name="TextBox 1">
            <a:extLst>
              <a:ext uri="{FF2B5EF4-FFF2-40B4-BE49-F238E27FC236}">
                <a16:creationId xmlns:a16="http://schemas.microsoft.com/office/drawing/2014/main" id="{D092638C-9396-4A23-8F3B-762F77B71F20}"/>
              </a:ext>
            </a:extLst>
          </p:cNvPr>
          <p:cNvSpPr txBox="1"/>
          <p:nvPr/>
        </p:nvSpPr>
        <p:spPr>
          <a:xfrm>
            <a:off x="259080" y="1188720"/>
            <a:ext cx="1242060" cy="276999"/>
          </a:xfrm>
          <a:prstGeom prst="rect">
            <a:avLst/>
          </a:prstGeom>
          <a:noFill/>
        </p:spPr>
        <p:txBody>
          <a:bodyPr wrap="square" rtlCol="0">
            <a:spAutoFit/>
          </a:bodyPr>
          <a:lstStyle/>
          <a:p>
            <a:r>
              <a:rPr lang="en-GB" sz="1200" dirty="0">
                <a:latin typeface="VT323" panose="020B0604020202020204" charset="0"/>
              </a:rPr>
              <a:t>Source : TIOBE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39"/>
          <p:cNvSpPr txBox="1">
            <a:spLocks noGrp="1"/>
          </p:cNvSpPr>
          <p:nvPr>
            <p:ph type="title"/>
          </p:nvPr>
        </p:nvSpPr>
        <p:spPr>
          <a:xfrm>
            <a:off x="341850" y="654800"/>
            <a:ext cx="8460300" cy="602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Python Famous Libraries :</a:t>
            </a:r>
            <a:endParaRPr dirty="0"/>
          </a:p>
        </p:txBody>
      </p:sp>
      <p:sp>
        <p:nvSpPr>
          <p:cNvPr id="15" name="TextBox 14">
            <a:extLst>
              <a:ext uri="{FF2B5EF4-FFF2-40B4-BE49-F238E27FC236}">
                <a16:creationId xmlns:a16="http://schemas.microsoft.com/office/drawing/2014/main" id="{C33EB5DF-D0EF-4A22-89CD-E1E06B59DCE5}"/>
              </a:ext>
            </a:extLst>
          </p:cNvPr>
          <p:cNvSpPr txBox="1"/>
          <p:nvPr/>
        </p:nvSpPr>
        <p:spPr>
          <a:xfrm>
            <a:off x="463770" y="1310684"/>
            <a:ext cx="3270030" cy="3477875"/>
          </a:xfrm>
          <a:prstGeom prst="rect">
            <a:avLst/>
          </a:prstGeom>
          <a:noFill/>
        </p:spPr>
        <p:txBody>
          <a:bodyPr wrap="square">
            <a:spAutoFit/>
          </a:bodyPr>
          <a:lstStyle/>
          <a:p>
            <a:r>
              <a:rPr lang="fr-FR" sz="1100" dirty="0">
                <a:solidFill>
                  <a:schemeClr val="tx1"/>
                </a:solidFill>
                <a:latin typeface="Fira Code" panose="020B0809050000020004" pitchFamily="49" charset="0"/>
                <a:ea typeface="Fira Code" panose="020B0809050000020004" pitchFamily="49" charset="0"/>
                <a:cs typeface="Fira Code" panose="020B0809050000020004" pitchFamily="49" charset="0"/>
              </a:rPr>
              <a:t>🧮 1. </a:t>
            </a:r>
            <a:r>
              <a:rPr lang="fr-FR" sz="1100" dirty="0" err="1">
                <a:solidFill>
                  <a:schemeClr val="tx1"/>
                </a:solidFill>
                <a:latin typeface="Fira Code" panose="020B0809050000020004" pitchFamily="49" charset="0"/>
                <a:ea typeface="Fira Code" panose="020B0809050000020004" pitchFamily="49" charset="0"/>
                <a:cs typeface="Fira Code" panose="020B0809050000020004" pitchFamily="49" charset="0"/>
              </a:rPr>
              <a:t>NumPy</a:t>
            </a:r>
            <a:endParaRPr lang="fr-FR" sz="1100" dirty="0">
              <a:solidFill>
                <a:schemeClr val="tx1"/>
              </a:solidFill>
              <a:latin typeface="Fira Code" panose="020B0809050000020004" pitchFamily="49" charset="0"/>
              <a:ea typeface="Fira Code" panose="020B0809050000020004" pitchFamily="49" charset="0"/>
              <a:cs typeface="Fira Code" panose="020B0809050000020004" pitchFamily="49" charset="0"/>
            </a:endParaRPr>
          </a:p>
          <a:p>
            <a:endParaRPr lang="fr-FR" sz="1100" dirty="0">
              <a:solidFill>
                <a:schemeClr val="tx1"/>
              </a:solidFill>
              <a:latin typeface="Fira Code" panose="020B0809050000020004" pitchFamily="49" charset="0"/>
              <a:ea typeface="Fira Code" panose="020B0809050000020004" pitchFamily="49" charset="0"/>
              <a:cs typeface="Fira Code" panose="020B0809050000020004" pitchFamily="49" charset="0"/>
            </a:endParaRPr>
          </a:p>
          <a:p>
            <a:r>
              <a:rPr lang="fr-FR" sz="1100" dirty="0">
                <a:solidFill>
                  <a:schemeClr val="tx1"/>
                </a:solidFill>
                <a:latin typeface="Fira Code" panose="020B0809050000020004" pitchFamily="49" charset="0"/>
                <a:ea typeface="Fira Code" panose="020B0809050000020004" pitchFamily="49" charset="0"/>
                <a:cs typeface="Fira Code" panose="020B0809050000020004" pitchFamily="49" charset="0"/>
              </a:rPr>
              <a:t>Sert à manipuler des tableaux numériques (n-</a:t>
            </a:r>
            <a:r>
              <a:rPr lang="fr-FR" sz="1100" dirty="0" err="1">
                <a:solidFill>
                  <a:schemeClr val="tx1"/>
                </a:solidFill>
                <a:latin typeface="Fira Code" panose="020B0809050000020004" pitchFamily="49" charset="0"/>
                <a:ea typeface="Fira Code" panose="020B0809050000020004" pitchFamily="49" charset="0"/>
                <a:cs typeface="Fira Code" panose="020B0809050000020004" pitchFamily="49" charset="0"/>
              </a:rPr>
              <a:t>dimensional</a:t>
            </a:r>
            <a:r>
              <a:rPr lang="fr-FR" sz="1100" dirty="0">
                <a:solidFill>
                  <a:schemeClr val="tx1"/>
                </a:solidFill>
                <a:latin typeface="Fira Code" panose="020B0809050000020004" pitchFamily="49" charset="0"/>
                <a:ea typeface="Fira Code" panose="020B0809050000020004" pitchFamily="49" charset="0"/>
                <a:cs typeface="Fira Code" panose="020B0809050000020004" pitchFamily="49" charset="0"/>
              </a:rPr>
              <a:t> </a:t>
            </a:r>
            <a:r>
              <a:rPr lang="fr-FR" sz="1100" dirty="0" err="1">
                <a:solidFill>
                  <a:schemeClr val="tx1"/>
                </a:solidFill>
                <a:latin typeface="Fira Code" panose="020B0809050000020004" pitchFamily="49" charset="0"/>
                <a:ea typeface="Fira Code" panose="020B0809050000020004" pitchFamily="49" charset="0"/>
                <a:cs typeface="Fira Code" panose="020B0809050000020004" pitchFamily="49" charset="0"/>
              </a:rPr>
              <a:t>arrays</a:t>
            </a:r>
            <a:r>
              <a:rPr lang="fr-FR" sz="1100" dirty="0">
                <a:solidFill>
                  <a:schemeClr val="tx1"/>
                </a:solidFill>
                <a:latin typeface="Fira Code" panose="020B0809050000020004" pitchFamily="49" charset="0"/>
                <a:ea typeface="Fira Code" panose="020B0809050000020004" pitchFamily="49" charset="0"/>
                <a:cs typeface="Fira Code" panose="020B0809050000020004" pitchFamily="49" charset="0"/>
              </a:rPr>
              <a:t>) et à effectuer des calculs mathématiques rapides et efficaces.</a:t>
            </a:r>
          </a:p>
          <a:p>
            <a:endParaRPr lang="fr-FR" sz="1100" dirty="0">
              <a:solidFill>
                <a:schemeClr val="tx1"/>
              </a:solidFill>
              <a:latin typeface="Fira Code" panose="020B0809050000020004" pitchFamily="49" charset="0"/>
              <a:ea typeface="Fira Code" panose="020B0809050000020004" pitchFamily="49" charset="0"/>
              <a:cs typeface="Fira Code" panose="020B0809050000020004" pitchFamily="49" charset="0"/>
            </a:endParaRPr>
          </a:p>
          <a:p>
            <a:r>
              <a:rPr lang="fr-FR" sz="1100" dirty="0">
                <a:solidFill>
                  <a:schemeClr val="tx1"/>
                </a:solidFill>
                <a:latin typeface="Fira Code" panose="020B0809050000020004" pitchFamily="49" charset="0"/>
                <a:ea typeface="Fira Code" panose="020B0809050000020004" pitchFamily="49" charset="0"/>
                <a:cs typeface="Fira Code" panose="020B0809050000020004" pitchFamily="49" charset="0"/>
              </a:rPr>
              <a:t>🗂️ 2. Pandas</a:t>
            </a:r>
          </a:p>
          <a:p>
            <a:endParaRPr lang="fr-FR" sz="1100" dirty="0">
              <a:solidFill>
                <a:schemeClr val="tx1"/>
              </a:solidFill>
              <a:latin typeface="Fira Code" panose="020B0809050000020004" pitchFamily="49" charset="0"/>
              <a:ea typeface="Fira Code" panose="020B0809050000020004" pitchFamily="49" charset="0"/>
              <a:cs typeface="Fira Code" panose="020B0809050000020004" pitchFamily="49" charset="0"/>
            </a:endParaRPr>
          </a:p>
          <a:p>
            <a:r>
              <a:rPr lang="fr-FR" sz="1100" dirty="0">
                <a:solidFill>
                  <a:schemeClr val="tx1"/>
                </a:solidFill>
                <a:latin typeface="Fira Code" panose="020B0809050000020004" pitchFamily="49" charset="0"/>
                <a:ea typeface="Fira Code" panose="020B0809050000020004" pitchFamily="49" charset="0"/>
                <a:cs typeface="Fira Code" panose="020B0809050000020004" pitchFamily="49" charset="0"/>
              </a:rPr>
              <a:t>Permet de manipuler, nettoyer et analyser des données tabulaires (</a:t>
            </a:r>
            <a:r>
              <a:rPr lang="fr-FR" sz="1100" dirty="0" err="1">
                <a:solidFill>
                  <a:schemeClr val="tx1"/>
                </a:solidFill>
                <a:latin typeface="Fira Code" panose="020B0809050000020004" pitchFamily="49" charset="0"/>
                <a:ea typeface="Fira Code" panose="020B0809050000020004" pitchFamily="49" charset="0"/>
                <a:cs typeface="Fira Code" panose="020B0809050000020004" pitchFamily="49" charset="0"/>
              </a:rPr>
              <a:t>DataFrame</a:t>
            </a:r>
            <a:r>
              <a:rPr lang="fr-FR" sz="1100" dirty="0">
                <a:solidFill>
                  <a:schemeClr val="tx1"/>
                </a:solidFill>
                <a:latin typeface="Fira Code" panose="020B0809050000020004" pitchFamily="49" charset="0"/>
                <a:ea typeface="Fira Code" panose="020B0809050000020004" pitchFamily="49" charset="0"/>
                <a:cs typeface="Fira Code" panose="020B0809050000020004" pitchFamily="49" charset="0"/>
              </a:rPr>
              <a:t>) de manière simple et intuitive.</a:t>
            </a:r>
          </a:p>
          <a:p>
            <a:endParaRPr lang="fr-FR" sz="1100" dirty="0">
              <a:solidFill>
                <a:schemeClr val="tx1"/>
              </a:solidFill>
              <a:latin typeface="Fira Code" panose="020B0809050000020004" pitchFamily="49" charset="0"/>
              <a:ea typeface="Fira Code" panose="020B0809050000020004" pitchFamily="49" charset="0"/>
              <a:cs typeface="Fira Code" panose="020B0809050000020004" pitchFamily="49" charset="0"/>
            </a:endParaRPr>
          </a:p>
          <a:p>
            <a:r>
              <a:rPr lang="fr-FR" sz="1100" dirty="0">
                <a:solidFill>
                  <a:schemeClr val="tx1"/>
                </a:solidFill>
                <a:latin typeface="Fira Code" panose="020B0809050000020004" pitchFamily="49" charset="0"/>
                <a:ea typeface="Fira Code" panose="020B0809050000020004" pitchFamily="49" charset="0"/>
                <a:cs typeface="Fira Code" panose="020B0809050000020004" pitchFamily="49" charset="0"/>
              </a:rPr>
              <a:t>📈 3. </a:t>
            </a:r>
            <a:r>
              <a:rPr lang="fr-FR" sz="1100" dirty="0" err="1">
                <a:solidFill>
                  <a:schemeClr val="tx1"/>
                </a:solidFill>
                <a:latin typeface="Fira Code" panose="020B0809050000020004" pitchFamily="49" charset="0"/>
                <a:ea typeface="Fira Code" panose="020B0809050000020004" pitchFamily="49" charset="0"/>
                <a:cs typeface="Fira Code" panose="020B0809050000020004" pitchFamily="49" charset="0"/>
              </a:rPr>
              <a:t>Matplotlib</a:t>
            </a:r>
            <a:endParaRPr lang="fr-FR" sz="1100" dirty="0">
              <a:solidFill>
                <a:schemeClr val="tx1"/>
              </a:solidFill>
              <a:latin typeface="Fira Code" panose="020B0809050000020004" pitchFamily="49" charset="0"/>
              <a:ea typeface="Fira Code" panose="020B0809050000020004" pitchFamily="49" charset="0"/>
              <a:cs typeface="Fira Code" panose="020B0809050000020004" pitchFamily="49" charset="0"/>
            </a:endParaRPr>
          </a:p>
          <a:p>
            <a:endParaRPr lang="fr-FR" sz="1100" dirty="0">
              <a:solidFill>
                <a:schemeClr val="tx1"/>
              </a:solidFill>
              <a:latin typeface="Fira Code" panose="020B0809050000020004" pitchFamily="49" charset="0"/>
              <a:ea typeface="Fira Code" panose="020B0809050000020004" pitchFamily="49" charset="0"/>
              <a:cs typeface="Fira Code" panose="020B0809050000020004" pitchFamily="49" charset="0"/>
            </a:endParaRPr>
          </a:p>
          <a:p>
            <a:r>
              <a:rPr lang="fr-FR" sz="1100" dirty="0">
                <a:solidFill>
                  <a:schemeClr val="tx1"/>
                </a:solidFill>
                <a:latin typeface="Fira Code" panose="020B0809050000020004" pitchFamily="49" charset="0"/>
                <a:ea typeface="Fira Code" panose="020B0809050000020004" pitchFamily="49" charset="0"/>
                <a:cs typeface="Fira Code" panose="020B0809050000020004" pitchFamily="49" charset="0"/>
              </a:rPr>
              <a:t>Librairie de base pour créer des graphiques (lignes, barres, histogrammes, etc.) en Python.</a:t>
            </a:r>
          </a:p>
          <a:p>
            <a:endParaRPr lang="fr-FR" sz="1100" dirty="0">
              <a:solidFill>
                <a:schemeClr val="tx1"/>
              </a:solidFill>
              <a:latin typeface="Fira Code" panose="020B0809050000020004" pitchFamily="49" charset="0"/>
              <a:ea typeface="Fira Code" panose="020B0809050000020004" pitchFamily="49" charset="0"/>
              <a:cs typeface="Fira Code" panose="020B0809050000020004" pitchFamily="49" charset="0"/>
            </a:endParaRPr>
          </a:p>
        </p:txBody>
      </p:sp>
      <p:sp>
        <p:nvSpPr>
          <p:cNvPr id="16" name="TextBox 15">
            <a:extLst>
              <a:ext uri="{FF2B5EF4-FFF2-40B4-BE49-F238E27FC236}">
                <a16:creationId xmlns:a16="http://schemas.microsoft.com/office/drawing/2014/main" id="{C466BD2E-1A08-43FE-9540-15741289050A}"/>
              </a:ext>
            </a:extLst>
          </p:cNvPr>
          <p:cNvSpPr txBox="1"/>
          <p:nvPr/>
        </p:nvSpPr>
        <p:spPr>
          <a:xfrm>
            <a:off x="5082540" y="1349379"/>
            <a:ext cx="3832860" cy="3139321"/>
          </a:xfrm>
          <a:prstGeom prst="rect">
            <a:avLst/>
          </a:prstGeom>
          <a:noFill/>
        </p:spPr>
        <p:txBody>
          <a:bodyPr wrap="square">
            <a:spAutoFit/>
          </a:bodyPr>
          <a:lstStyle/>
          <a:p>
            <a:r>
              <a:rPr lang="fr-FR" sz="1100" dirty="0">
                <a:solidFill>
                  <a:schemeClr val="tx1"/>
                </a:solidFill>
                <a:latin typeface="Fira Code" panose="020B0809050000020004" pitchFamily="49" charset="0"/>
                <a:ea typeface="Fira Code" panose="020B0809050000020004" pitchFamily="49" charset="0"/>
                <a:cs typeface="Fira Code" panose="020B0809050000020004" pitchFamily="49" charset="0"/>
              </a:rPr>
              <a:t>🎨 4. </a:t>
            </a:r>
            <a:r>
              <a:rPr lang="fr-FR" sz="1100" dirty="0" err="1">
                <a:solidFill>
                  <a:schemeClr val="tx1"/>
                </a:solidFill>
                <a:latin typeface="Fira Code" panose="020B0809050000020004" pitchFamily="49" charset="0"/>
                <a:ea typeface="Fira Code" panose="020B0809050000020004" pitchFamily="49" charset="0"/>
                <a:cs typeface="Fira Code" panose="020B0809050000020004" pitchFamily="49" charset="0"/>
              </a:rPr>
              <a:t>Seaborn</a:t>
            </a:r>
            <a:endParaRPr lang="fr-FR" sz="1100" dirty="0">
              <a:solidFill>
                <a:schemeClr val="tx1"/>
              </a:solidFill>
              <a:latin typeface="Fira Code" panose="020B0809050000020004" pitchFamily="49" charset="0"/>
              <a:ea typeface="Fira Code" panose="020B0809050000020004" pitchFamily="49" charset="0"/>
              <a:cs typeface="Fira Code" panose="020B0809050000020004" pitchFamily="49" charset="0"/>
            </a:endParaRPr>
          </a:p>
          <a:p>
            <a:endParaRPr lang="fr-FR" sz="1100" dirty="0">
              <a:solidFill>
                <a:schemeClr val="tx1"/>
              </a:solidFill>
              <a:latin typeface="Fira Code" panose="020B0809050000020004" pitchFamily="49" charset="0"/>
              <a:ea typeface="Fira Code" panose="020B0809050000020004" pitchFamily="49" charset="0"/>
              <a:cs typeface="Fira Code" panose="020B0809050000020004" pitchFamily="49" charset="0"/>
            </a:endParaRPr>
          </a:p>
          <a:p>
            <a:r>
              <a:rPr lang="fr-FR" sz="1100" dirty="0">
                <a:solidFill>
                  <a:schemeClr val="tx1"/>
                </a:solidFill>
                <a:latin typeface="Fira Code" panose="020B0809050000020004" pitchFamily="49" charset="0"/>
                <a:ea typeface="Fira Code" panose="020B0809050000020004" pitchFamily="49" charset="0"/>
                <a:cs typeface="Fira Code" panose="020B0809050000020004" pitchFamily="49" charset="0"/>
              </a:rPr>
              <a:t>Basée sur </a:t>
            </a:r>
            <a:r>
              <a:rPr lang="fr-FR" sz="1100" dirty="0" err="1">
                <a:solidFill>
                  <a:schemeClr val="tx1"/>
                </a:solidFill>
                <a:latin typeface="Fira Code" panose="020B0809050000020004" pitchFamily="49" charset="0"/>
                <a:ea typeface="Fira Code" panose="020B0809050000020004" pitchFamily="49" charset="0"/>
                <a:cs typeface="Fira Code" panose="020B0809050000020004" pitchFamily="49" charset="0"/>
              </a:rPr>
              <a:t>Matplotlib</a:t>
            </a:r>
            <a:r>
              <a:rPr lang="fr-FR" sz="1100" dirty="0">
                <a:solidFill>
                  <a:schemeClr val="tx1"/>
                </a:solidFill>
                <a:latin typeface="Fira Code" panose="020B0809050000020004" pitchFamily="49" charset="0"/>
                <a:ea typeface="Fira Code" panose="020B0809050000020004" pitchFamily="49" charset="0"/>
                <a:cs typeface="Fira Code" panose="020B0809050000020004" pitchFamily="49" charset="0"/>
              </a:rPr>
              <a:t>, elle simplifie la création de visualisations statistiques esthétiques et claires.</a:t>
            </a:r>
          </a:p>
          <a:p>
            <a:endParaRPr lang="fr-FR" sz="1100" dirty="0">
              <a:solidFill>
                <a:schemeClr val="tx1"/>
              </a:solidFill>
              <a:latin typeface="Fira Code" panose="020B0809050000020004" pitchFamily="49" charset="0"/>
              <a:ea typeface="Fira Code" panose="020B0809050000020004" pitchFamily="49" charset="0"/>
              <a:cs typeface="Fira Code" panose="020B0809050000020004" pitchFamily="49" charset="0"/>
            </a:endParaRPr>
          </a:p>
          <a:p>
            <a:r>
              <a:rPr lang="fr-FR" sz="1100" dirty="0">
                <a:solidFill>
                  <a:schemeClr val="tx1"/>
                </a:solidFill>
                <a:latin typeface="Fira Code" panose="020B0809050000020004" pitchFamily="49" charset="0"/>
                <a:ea typeface="Fira Code" panose="020B0809050000020004" pitchFamily="49" charset="0"/>
                <a:cs typeface="Fira Code" panose="020B0809050000020004" pitchFamily="49" charset="0"/>
              </a:rPr>
              <a:t>🧠 5. </a:t>
            </a:r>
            <a:r>
              <a:rPr lang="fr-FR" sz="1100" dirty="0" err="1">
                <a:solidFill>
                  <a:schemeClr val="tx1"/>
                </a:solidFill>
                <a:latin typeface="Fira Code" panose="020B0809050000020004" pitchFamily="49" charset="0"/>
                <a:ea typeface="Fira Code" panose="020B0809050000020004" pitchFamily="49" charset="0"/>
                <a:cs typeface="Fira Code" panose="020B0809050000020004" pitchFamily="49" charset="0"/>
              </a:rPr>
              <a:t>Scikit-learn</a:t>
            </a:r>
            <a:endParaRPr lang="fr-FR" sz="1100" dirty="0">
              <a:solidFill>
                <a:schemeClr val="tx1"/>
              </a:solidFill>
              <a:latin typeface="Fira Code" panose="020B0809050000020004" pitchFamily="49" charset="0"/>
              <a:ea typeface="Fira Code" panose="020B0809050000020004" pitchFamily="49" charset="0"/>
              <a:cs typeface="Fira Code" panose="020B0809050000020004" pitchFamily="49" charset="0"/>
            </a:endParaRPr>
          </a:p>
          <a:p>
            <a:endParaRPr lang="fr-FR" sz="1100" dirty="0">
              <a:solidFill>
                <a:schemeClr val="tx1"/>
              </a:solidFill>
              <a:latin typeface="Fira Code" panose="020B0809050000020004" pitchFamily="49" charset="0"/>
              <a:ea typeface="Fira Code" panose="020B0809050000020004" pitchFamily="49" charset="0"/>
              <a:cs typeface="Fira Code" panose="020B0809050000020004" pitchFamily="49" charset="0"/>
            </a:endParaRPr>
          </a:p>
          <a:p>
            <a:r>
              <a:rPr lang="fr-FR" sz="1100" dirty="0">
                <a:solidFill>
                  <a:schemeClr val="tx1"/>
                </a:solidFill>
                <a:latin typeface="Fira Code" panose="020B0809050000020004" pitchFamily="49" charset="0"/>
                <a:ea typeface="Fira Code" panose="020B0809050000020004" pitchFamily="49" charset="0"/>
                <a:cs typeface="Fira Code" panose="020B0809050000020004" pitchFamily="49" charset="0"/>
              </a:rPr>
              <a:t>Utilisée pour le machine </a:t>
            </a:r>
            <a:r>
              <a:rPr lang="fr-FR" sz="1100" dirty="0" err="1">
                <a:solidFill>
                  <a:schemeClr val="tx1"/>
                </a:solidFill>
                <a:latin typeface="Fira Code" panose="020B0809050000020004" pitchFamily="49" charset="0"/>
                <a:ea typeface="Fira Code" panose="020B0809050000020004" pitchFamily="49" charset="0"/>
                <a:cs typeface="Fira Code" panose="020B0809050000020004" pitchFamily="49" charset="0"/>
              </a:rPr>
              <a:t>learning</a:t>
            </a:r>
            <a:r>
              <a:rPr lang="fr-FR" sz="1100" dirty="0">
                <a:solidFill>
                  <a:schemeClr val="tx1"/>
                </a:solidFill>
                <a:latin typeface="Fira Code" panose="020B0809050000020004" pitchFamily="49" charset="0"/>
                <a:ea typeface="Fira Code" panose="020B0809050000020004" pitchFamily="49" charset="0"/>
                <a:cs typeface="Fira Code" panose="020B0809050000020004" pitchFamily="49" charset="0"/>
              </a:rPr>
              <a:t> : classification, régression, clustering, réduction de dimension, etc.</a:t>
            </a:r>
          </a:p>
          <a:p>
            <a:endParaRPr lang="fr-FR" sz="1100" dirty="0">
              <a:solidFill>
                <a:schemeClr val="tx1"/>
              </a:solidFill>
              <a:latin typeface="Fira Code" panose="020B0809050000020004" pitchFamily="49" charset="0"/>
              <a:ea typeface="Fira Code" panose="020B0809050000020004" pitchFamily="49" charset="0"/>
              <a:cs typeface="Fira Code" panose="020B0809050000020004" pitchFamily="49" charset="0"/>
            </a:endParaRPr>
          </a:p>
          <a:p>
            <a:r>
              <a:rPr lang="fr-FR" sz="1100" dirty="0">
                <a:solidFill>
                  <a:schemeClr val="tx1"/>
                </a:solidFill>
                <a:latin typeface="Fira Code" panose="020B0809050000020004" pitchFamily="49" charset="0"/>
                <a:ea typeface="Fira Code" panose="020B0809050000020004" pitchFamily="49" charset="0"/>
                <a:cs typeface="Fira Code" panose="020B0809050000020004" pitchFamily="49" charset="0"/>
              </a:rPr>
              <a:t>🧰 6. </a:t>
            </a:r>
            <a:r>
              <a:rPr lang="fr-FR" sz="1100" dirty="0" err="1">
                <a:solidFill>
                  <a:schemeClr val="tx1"/>
                </a:solidFill>
                <a:latin typeface="Fira Code" panose="020B0809050000020004" pitchFamily="49" charset="0"/>
                <a:ea typeface="Fira Code" panose="020B0809050000020004" pitchFamily="49" charset="0"/>
                <a:cs typeface="Fira Code" panose="020B0809050000020004" pitchFamily="49" charset="0"/>
              </a:rPr>
              <a:t>SciPy</a:t>
            </a:r>
            <a:endParaRPr lang="fr-FR" sz="1100" dirty="0">
              <a:solidFill>
                <a:schemeClr val="tx1"/>
              </a:solidFill>
              <a:latin typeface="Fira Code" panose="020B0809050000020004" pitchFamily="49" charset="0"/>
              <a:ea typeface="Fira Code" panose="020B0809050000020004" pitchFamily="49" charset="0"/>
              <a:cs typeface="Fira Code" panose="020B0809050000020004" pitchFamily="49" charset="0"/>
            </a:endParaRPr>
          </a:p>
          <a:p>
            <a:endParaRPr lang="fr-FR" sz="1100" dirty="0">
              <a:solidFill>
                <a:schemeClr val="tx1"/>
              </a:solidFill>
              <a:latin typeface="Fira Code" panose="020B0809050000020004" pitchFamily="49" charset="0"/>
              <a:ea typeface="Fira Code" panose="020B0809050000020004" pitchFamily="49" charset="0"/>
              <a:cs typeface="Fira Code" panose="020B0809050000020004" pitchFamily="49" charset="0"/>
            </a:endParaRPr>
          </a:p>
          <a:p>
            <a:r>
              <a:rPr lang="fr-FR" sz="1100" dirty="0">
                <a:solidFill>
                  <a:schemeClr val="tx1"/>
                </a:solidFill>
                <a:latin typeface="Fira Code" panose="020B0809050000020004" pitchFamily="49" charset="0"/>
                <a:ea typeface="Fira Code" panose="020B0809050000020004" pitchFamily="49" charset="0"/>
                <a:cs typeface="Fira Code" panose="020B0809050000020004" pitchFamily="49" charset="0"/>
              </a:rPr>
              <a:t>Fournit des outils avancés pour les calculs scientifiques, l’algèbre linéaire, les statistiques et l’optimisation.</a:t>
            </a:r>
          </a:p>
          <a:p>
            <a:endParaRPr lang="fr-FR" sz="1100" dirty="0">
              <a:solidFill>
                <a:schemeClr val="tx1"/>
              </a:solidFill>
              <a:latin typeface="Fira Code" panose="020B0809050000020004" pitchFamily="49" charset="0"/>
              <a:ea typeface="Fira Code" panose="020B0809050000020004" pitchFamily="49" charset="0"/>
              <a:cs typeface="Fira Code" panose="020B0809050000020004" pitchFamily="49" charset="0"/>
            </a:endParaRPr>
          </a:p>
        </p:txBody>
      </p:sp>
      <p:cxnSp>
        <p:nvCxnSpPr>
          <p:cNvPr id="5" name="Straight Connector 4">
            <a:extLst>
              <a:ext uri="{FF2B5EF4-FFF2-40B4-BE49-F238E27FC236}">
                <a16:creationId xmlns:a16="http://schemas.microsoft.com/office/drawing/2014/main" id="{01B77D6B-F87E-4B9C-A6AA-D4BE1E4F7246}"/>
              </a:ext>
            </a:extLst>
          </p:cNvPr>
          <p:cNvCxnSpPr/>
          <p:nvPr/>
        </p:nvCxnSpPr>
        <p:spPr>
          <a:xfrm>
            <a:off x="4488180" y="1492686"/>
            <a:ext cx="0" cy="2773680"/>
          </a:xfrm>
          <a:prstGeom prst="line">
            <a:avLst/>
          </a:prstGeom>
          <a:ln>
            <a:prstDash val="dash"/>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39"/>
          <p:cNvSpPr txBox="1">
            <a:spLocks noGrp="1"/>
          </p:cNvSpPr>
          <p:nvPr>
            <p:ph type="title"/>
          </p:nvPr>
        </p:nvSpPr>
        <p:spPr>
          <a:xfrm>
            <a:off x="341850" y="654800"/>
            <a:ext cx="8460300" cy="602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Where can we use Python: </a:t>
            </a:r>
            <a:endParaRPr dirty="0"/>
          </a:p>
        </p:txBody>
      </p:sp>
      <p:graphicFrame>
        <p:nvGraphicFramePr>
          <p:cNvPr id="3" name="Table 2">
            <a:extLst>
              <a:ext uri="{FF2B5EF4-FFF2-40B4-BE49-F238E27FC236}">
                <a16:creationId xmlns:a16="http://schemas.microsoft.com/office/drawing/2014/main" id="{19A5C26A-DB2A-4CA8-A89C-96639784D3F8}"/>
              </a:ext>
            </a:extLst>
          </p:cNvPr>
          <p:cNvGraphicFramePr>
            <a:graphicFrameLocks noGrp="1"/>
          </p:cNvGraphicFramePr>
          <p:nvPr>
            <p:extLst>
              <p:ext uri="{D42A27DB-BD31-4B8C-83A1-F6EECF244321}">
                <p14:modId xmlns:p14="http://schemas.microsoft.com/office/powerpoint/2010/main" val="2133682116"/>
              </p:ext>
            </p:extLst>
          </p:nvPr>
        </p:nvGraphicFramePr>
        <p:xfrm>
          <a:off x="560070" y="1474533"/>
          <a:ext cx="8023860" cy="2572272"/>
        </p:xfrm>
        <a:graphic>
          <a:graphicData uri="http://schemas.openxmlformats.org/drawingml/2006/table">
            <a:tbl>
              <a:tblPr>
                <a:tableStyleId>{5940675A-B579-460E-94D1-54222C63F5DA}</a:tableStyleId>
              </a:tblPr>
              <a:tblGrid>
                <a:gridCol w="1604772">
                  <a:extLst>
                    <a:ext uri="{9D8B030D-6E8A-4147-A177-3AD203B41FA5}">
                      <a16:colId xmlns:a16="http://schemas.microsoft.com/office/drawing/2014/main" val="2869341289"/>
                    </a:ext>
                  </a:extLst>
                </a:gridCol>
                <a:gridCol w="1604772">
                  <a:extLst>
                    <a:ext uri="{9D8B030D-6E8A-4147-A177-3AD203B41FA5}">
                      <a16:colId xmlns:a16="http://schemas.microsoft.com/office/drawing/2014/main" val="2619966108"/>
                    </a:ext>
                  </a:extLst>
                </a:gridCol>
                <a:gridCol w="1099566">
                  <a:extLst>
                    <a:ext uri="{9D8B030D-6E8A-4147-A177-3AD203B41FA5}">
                      <a16:colId xmlns:a16="http://schemas.microsoft.com/office/drawing/2014/main" val="3734254338"/>
                    </a:ext>
                  </a:extLst>
                </a:gridCol>
                <a:gridCol w="2164080">
                  <a:extLst>
                    <a:ext uri="{9D8B030D-6E8A-4147-A177-3AD203B41FA5}">
                      <a16:colId xmlns:a16="http://schemas.microsoft.com/office/drawing/2014/main" val="2729004317"/>
                    </a:ext>
                  </a:extLst>
                </a:gridCol>
                <a:gridCol w="1550670">
                  <a:extLst>
                    <a:ext uri="{9D8B030D-6E8A-4147-A177-3AD203B41FA5}">
                      <a16:colId xmlns:a16="http://schemas.microsoft.com/office/drawing/2014/main" val="554556466"/>
                    </a:ext>
                  </a:extLst>
                </a:gridCol>
              </a:tblGrid>
              <a:tr h="299981">
                <a:tc>
                  <a:txBody>
                    <a:bodyPr/>
                    <a:lstStyle/>
                    <a:p>
                      <a:r>
                        <a:rPr lang="en-GB" sz="1400" dirty="0">
                          <a:latin typeface="VT323" panose="020B0604020202020204" charset="0"/>
                          <a:ea typeface="Roboto Mono" panose="020B0604020202020204" charset="0"/>
                        </a:rPr>
                        <a:t>Environment</a:t>
                      </a:r>
                    </a:p>
                  </a:txBody>
                  <a:tcPr marL="88353" marR="88353" marT="44176" marB="44176" anchor="ctr"/>
                </a:tc>
                <a:tc>
                  <a:txBody>
                    <a:bodyPr/>
                    <a:lstStyle/>
                    <a:p>
                      <a:r>
                        <a:rPr lang="en-GB" sz="1400" dirty="0">
                          <a:latin typeface="VT323" panose="020B0604020202020204" charset="0"/>
                          <a:ea typeface="Roboto Mono" panose="020B0604020202020204" charset="0"/>
                        </a:rPr>
                        <a:t>Type</a:t>
                      </a:r>
                    </a:p>
                  </a:txBody>
                  <a:tcPr marL="88353" marR="88353" marT="44176" marB="44176" anchor="ctr"/>
                </a:tc>
                <a:tc>
                  <a:txBody>
                    <a:bodyPr/>
                    <a:lstStyle/>
                    <a:p>
                      <a:r>
                        <a:rPr lang="en-GB" sz="1400" dirty="0">
                          <a:latin typeface="VT323" panose="020B0604020202020204" charset="0"/>
                          <a:ea typeface="Roboto Mono" panose="020B0604020202020204" charset="0"/>
                        </a:rPr>
                        <a:t>Works On</a:t>
                      </a:r>
                    </a:p>
                  </a:txBody>
                  <a:tcPr marL="88353" marR="88353" marT="44176" marB="44176" anchor="ctr"/>
                </a:tc>
                <a:tc>
                  <a:txBody>
                    <a:bodyPr/>
                    <a:lstStyle/>
                    <a:p>
                      <a:r>
                        <a:rPr lang="en-GB" sz="1400" dirty="0">
                          <a:latin typeface="VT323" panose="020B0604020202020204" charset="0"/>
                          <a:ea typeface="Roboto Mono" panose="020B0604020202020204" charset="0"/>
                        </a:rPr>
                        <a:t>Key Use</a:t>
                      </a:r>
                    </a:p>
                  </a:txBody>
                  <a:tcPr marL="88353" marR="88353" marT="44176" marB="44176" anchor="ctr"/>
                </a:tc>
                <a:tc>
                  <a:txBody>
                    <a:bodyPr/>
                    <a:lstStyle/>
                    <a:p>
                      <a:r>
                        <a:rPr lang="en-GB" sz="1400" dirty="0">
                          <a:latin typeface="VT323" panose="020B0604020202020204" charset="0"/>
                          <a:ea typeface="Roboto Mono" panose="020B0604020202020204" charset="0"/>
                        </a:rPr>
                        <a:t>Needs Installation</a:t>
                      </a:r>
                    </a:p>
                  </a:txBody>
                  <a:tcPr marL="88353" marR="88353" marT="44176" marB="44176" anchor="ctr"/>
                </a:tc>
                <a:extLst>
                  <a:ext uri="{0D108BD9-81ED-4DB2-BD59-A6C34878D82A}">
                    <a16:rowId xmlns:a16="http://schemas.microsoft.com/office/drawing/2014/main" val="3533747193"/>
                  </a:ext>
                </a:extLst>
              </a:tr>
              <a:tr h="307888">
                <a:tc>
                  <a:txBody>
                    <a:bodyPr/>
                    <a:lstStyle/>
                    <a:p>
                      <a:r>
                        <a:rPr lang="en-GB" sz="1200" b="1">
                          <a:latin typeface="Roboto Mono" panose="020B0604020202020204" charset="0"/>
                          <a:ea typeface="Roboto Mono" panose="020B0604020202020204" charset="0"/>
                        </a:rPr>
                        <a:t>Jupyter Notebook</a:t>
                      </a:r>
                      <a:endParaRPr lang="en-GB" sz="1200">
                        <a:latin typeface="Roboto Mono" panose="020B0604020202020204" charset="0"/>
                        <a:ea typeface="Roboto Mono" panose="020B0604020202020204" charset="0"/>
                      </a:endParaRPr>
                    </a:p>
                  </a:txBody>
                  <a:tcPr marL="88353" marR="88353" marT="44176" marB="44176" anchor="ctr"/>
                </a:tc>
                <a:tc>
                  <a:txBody>
                    <a:bodyPr/>
                    <a:lstStyle/>
                    <a:p>
                      <a:r>
                        <a:rPr lang="en-GB" sz="1200" dirty="0">
                          <a:latin typeface="Roboto Mono" panose="020B0604020202020204" charset="0"/>
                          <a:ea typeface="Roboto Mono" panose="020B0604020202020204" charset="0"/>
                        </a:rPr>
                        <a:t>Local / Web</a:t>
                      </a:r>
                    </a:p>
                  </a:txBody>
                  <a:tcPr marL="88353" marR="88353" marT="44176" marB="44176" anchor="ctr"/>
                </a:tc>
                <a:tc>
                  <a:txBody>
                    <a:bodyPr/>
                    <a:lstStyle/>
                    <a:p>
                      <a:r>
                        <a:rPr lang="en-GB" sz="1200" dirty="0">
                          <a:latin typeface="Roboto Mono" panose="020B0604020202020204" charset="0"/>
                          <a:ea typeface="Roboto Mono" panose="020B0604020202020204" charset="0"/>
                        </a:rPr>
                        <a:t>Desktop</a:t>
                      </a:r>
                    </a:p>
                  </a:txBody>
                  <a:tcPr marL="88353" marR="88353" marT="44176" marB="44176" anchor="ctr"/>
                </a:tc>
                <a:tc>
                  <a:txBody>
                    <a:bodyPr/>
                    <a:lstStyle/>
                    <a:p>
                      <a:r>
                        <a:rPr lang="en-GB" sz="1200" dirty="0">
                          <a:latin typeface="Roboto Mono" panose="020B0604020202020204" charset="0"/>
                          <a:ea typeface="Roboto Mono" panose="020B0604020202020204" charset="0"/>
                        </a:rPr>
                        <a:t>Interactive coding, visualization</a:t>
                      </a:r>
                    </a:p>
                  </a:txBody>
                  <a:tcPr marL="88353" marR="88353" marT="44176" marB="44176" anchor="ctr"/>
                </a:tc>
                <a:tc>
                  <a:txBody>
                    <a:bodyPr/>
                    <a:lstStyle/>
                    <a:p>
                      <a:r>
                        <a:rPr lang="en-GB" sz="1200" dirty="0">
                          <a:latin typeface="Roboto Mono" panose="020B0604020202020204" charset="0"/>
                          <a:ea typeface="Roboto Mono" panose="020B0604020202020204" charset="0"/>
                        </a:rPr>
                        <a:t>✅</a:t>
                      </a:r>
                    </a:p>
                  </a:txBody>
                  <a:tcPr marL="88353" marR="88353" marT="44176" marB="44176" anchor="ctr"/>
                </a:tc>
                <a:extLst>
                  <a:ext uri="{0D108BD9-81ED-4DB2-BD59-A6C34878D82A}">
                    <a16:rowId xmlns:a16="http://schemas.microsoft.com/office/drawing/2014/main" val="1955761698"/>
                  </a:ext>
                </a:extLst>
              </a:tr>
              <a:tr h="0">
                <a:tc>
                  <a:txBody>
                    <a:bodyPr/>
                    <a:lstStyle/>
                    <a:p>
                      <a:r>
                        <a:rPr lang="en-GB" sz="1200" b="1">
                          <a:latin typeface="Roboto Mono" panose="020B0604020202020204" charset="0"/>
                          <a:ea typeface="Roboto Mono" panose="020B0604020202020204" charset="0"/>
                        </a:rPr>
                        <a:t>JupyterLab</a:t>
                      </a:r>
                      <a:endParaRPr lang="en-GB" sz="1200">
                        <a:latin typeface="Roboto Mono" panose="020B0604020202020204" charset="0"/>
                        <a:ea typeface="Roboto Mono" panose="020B0604020202020204" charset="0"/>
                      </a:endParaRPr>
                    </a:p>
                  </a:txBody>
                  <a:tcPr marL="88353" marR="88353" marT="44176" marB="44176" anchor="ctr"/>
                </a:tc>
                <a:tc>
                  <a:txBody>
                    <a:bodyPr/>
                    <a:lstStyle/>
                    <a:p>
                      <a:r>
                        <a:rPr lang="en-GB" sz="1200" dirty="0">
                          <a:latin typeface="Roboto Mono" panose="020B0604020202020204" charset="0"/>
                          <a:ea typeface="Roboto Mono" panose="020B0604020202020204" charset="0"/>
                        </a:rPr>
                        <a:t>Local / Web</a:t>
                      </a:r>
                    </a:p>
                  </a:txBody>
                  <a:tcPr marL="88353" marR="88353" marT="44176" marB="44176" anchor="ctr"/>
                </a:tc>
                <a:tc>
                  <a:txBody>
                    <a:bodyPr/>
                    <a:lstStyle/>
                    <a:p>
                      <a:r>
                        <a:rPr lang="en-GB" sz="1200">
                          <a:latin typeface="Roboto Mono" panose="020B0604020202020204" charset="0"/>
                          <a:ea typeface="Roboto Mono" panose="020B0604020202020204" charset="0"/>
                        </a:rPr>
                        <a:t>Desktop</a:t>
                      </a:r>
                    </a:p>
                  </a:txBody>
                  <a:tcPr marL="88353" marR="88353" marT="44176" marB="44176" anchor="ctr"/>
                </a:tc>
                <a:tc>
                  <a:txBody>
                    <a:bodyPr/>
                    <a:lstStyle/>
                    <a:p>
                      <a:r>
                        <a:rPr lang="en-GB" sz="1200">
                          <a:latin typeface="Roboto Mono" panose="020B0604020202020204" charset="0"/>
                          <a:ea typeface="Roboto Mono" panose="020B0604020202020204" charset="0"/>
                        </a:rPr>
                        <a:t>Advanced multi-file projects</a:t>
                      </a:r>
                    </a:p>
                  </a:txBody>
                  <a:tcPr marL="88353" marR="88353" marT="44176" marB="44176" anchor="ctr"/>
                </a:tc>
                <a:tc>
                  <a:txBody>
                    <a:bodyPr/>
                    <a:lstStyle/>
                    <a:p>
                      <a:r>
                        <a:rPr lang="en-GB" sz="1200">
                          <a:latin typeface="Roboto Mono" panose="020B0604020202020204" charset="0"/>
                          <a:ea typeface="Roboto Mono" panose="020B0604020202020204" charset="0"/>
                        </a:rPr>
                        <a:t>✅</a:t>
                      </a:r>
                    </a:p>
                  </a:txBody>
                  <a:tcPr marL="88353" marR="88353" marT="44176" marB="44176" anchor="ctr"/>
                </a:tc>
                <a:extLst>
                  <a:ext uri="{0D108BD9-81ED-4DB2-BD59-A6C34878D82A}">
                    <a16:rowId xmlns:a16="http://schemas.microsoft.com/office/drawing/2014/main" val="1287215095"/>
                  </a:ext>
                </a:extLst>
              </a:tr>
              <a:tr h="0">
                <a:tc>
                  <a:txBody>
                    <a:bodyPr/>
                    <a:lstStyle/>
                    <a:p>
                      <a:r>
                        <a:rPr lang="en-GB" sz="1200" b="1">
                          <a:latin typeface="Roboto Mono" panose="020B0604020202020204" charset="0"/>
                          <a:ea typeface="Roboto Mono" panose="020B0604020202020204" charset="0"/>
                        </a:rPr>
                        <a:t>Google Colab</a:t>
                      </a:r>
                      <a:endParaRPr lang="en-GB" sz="1200">
                        <a:latin typeface="Roboto Mono" panose="020B0604020202020204" charset="0"/>
                        <a:ea typeface="Roboto Mono" panose="020B0604020202020204" charset="0"/>
                      </a:endParaRPr>
                    </a:p>
                  </a:txBody>
                  <a:tcPr marL="88353" marR="88353" marT="44176" marB="44176" anchor="ctr"/>
                </a:tc>
                <a:tc>
                  <a:txBody>
                    <a:bodyPr/>
                    <a:lstStyle/>
                    <a:p>
                      <a:r>
                        <a:rPr lang="en-GB" sz="1200">
                          <a:latin typeface="Roboto Mono" panose="020B0604020202020204" charset="0"/>
                          <a:ea typeface="Roboto Mono" panose="020B0604020202020204" charset="0"/>
                        </a:rPr>
                        <a:t>Cloud</a:t>
                      </a:r>
                    </a:p>
                  </a:txBody>
                  <a:tcPr marL="88353" marR="88353" marT="44176" marB="44176" anchor="ctr"/>
                </a:tc>
                <a:tc>
                  <a:txBody>
                    <a:bodyPr/>
                    <a:lstStyle/>
                    <a:p>
                      <a:r>
                        <a:rPr lang="en-GB" sz="1200">
                          <a:latin typeface="Roboto Mono" panose="020B0604020202020204" charset="0"/>
                          <a:ea typeface="Roboto Mono" panose="020B0604020202020204" charset="0"/>
                        </a:rPr>
                        <a:t>Browser</a:t>
                      </a:r>
                    </a:p>
                  </a:txBody>
                  <a:tcPr marL="88353" marR="88353" marT="44176" marB="44176" anchor="ctr"/>
                </a:tc>
                <a:tc>
                  <a:txBody>
                    <a:bodyPr/>
                    <a:lstStyle/>
                    <a:p>
                      <a:r>
                        <a:rPr lang="en-GB" sz="1200">
                          <a:latin typeface="Roboto Mono" panose="020B0604020202020204" charset="0"/>
                          <a:ea typeface="Roboto Mono" panose="020B0604020202020204" charset="0"/>
                        </a:rPr>
                        <a:t>Free cloud notebooks with GPU</a:t>
                      </a:r>
                    </a:p>
                  </a:txBody>
                  <a:tcPr marL="88353" marR="88353" marT="44176" marB="44176" anchor="ctr"/>
                </a:tc>
                <a:tc>
                  <a:txBody>
                    <a:bodyPr/>
                    <a:lstStyle/>
                    <a:p>
                      <a:r>
                        <a:rPr lang="en-GB" sz="1200">
                          <a:latin typeface="Roboto Mono" panose="020B0604020202020204" charset="0"/>
                          <a:ea typeface="Roboto Mono" panose="020B0604020202020204" charset="0"/>
                        </a:rPr>
                        <a:t>❌</a:t>
                      </a:r>
                    </a:p>
                  </a:txBody>
                  <a:tcPr marL="88353" marR="88353" marT="44176" marB="44176" anchor="ctr"/>
                </a:tc>
                <a:extLst>
                  <a:ext uri="{0D108BD9-81ED-4DB2-BD59-A6C34878D82A}">
                    <a16:rowId xmlns:a16="http://schemas.microsoft.com/office/drawing/2014/main" val="2805260477"/>
                  </a:ext>
                </a:extLst>
              </a:tr>
              <a:tr h="223570">
                <a:tc>
                  <a:txBody>
                    <a:bodyPr/>
                    <a:lstStyle/>
                    <a:p>
                      <a:r>
                        <a:rPr lang="en-GB" sz="1200" b="1">
                          <a:latin typeface="Roboto Mono" panose="020B0604020202020204" charset="0"/>
                          <a:ea typeface="Roboto Mono" panose="020B0604020202020204" charset="0"/>
                        </a:rPr>
                        <a:t>Kaggle Notebooks</a:t>
                      </a:r>
                      <a:endParaRPr lang="en-GB" sz="1200">
                        <a:latin typeface="Roboto Mono" panose="020B0604020202020204" charset="0"/>
                        <a:ea typeface="Roboto Mono" panose="020B0604020202020204" charset="0"/>
                      </a:endParaRPr>
                    </a:p>
                  </a:txBody>
                  <a:tcPr marL="88353" marR="88353" marT="44176" marB="44176" anchor="ctr"/>
                </a:tc>
                <a:tc>
                  <a:txBody>
                    <a:bodyPr/>
                    <a:lstStyle/>
                    <a:p>
                      <a:r>
                        <a:rPr lang="en-GB" sz="1200" dirty="0">
                          <a:latin typeface="Roboto Mono" panose="020B0604020202020204" charset="0"/>
                          <a:ea typeface="Roboto Mono" panose="020B0604020202020204" charset="0"/>
                        </a:rPr>
                        <a:t>Cloud</a:t>
                      </a:r>
                    </a:p>
                  </a:txBody>
                  <a:tcPr marL="88353" marR="88353" marT="44176" marB="44176" anchor="ctr"/>
                </a:tc>
                <a:tc>
                  <a:txBody>
                    <a:bodyPr/>
                    <a:lstStyle/>
                    <a:p>
                      <a:r>
                        <a:rPr lang="en-GB" sz="1200" dirty="0">
                          <a:latin typeface="Roboto Mono" panose="020B0604020202020204" charset="0"/>
                          <a:ea typeface="Roboto Mono" panose="020B0604020202020204" charset="0"/>
                        </a:rPr>
                        <a:t>Browser</a:t>
                      </a:r>
                    </a:p>
                  </a:txBody>
                  <a:tcPr marL="88353" marR="88353" marT="44176" marB="44176" anchor="ctr"/>
                </a:tc>
                <a:tc>
                  <a:txBody>
                    <a:bodyPr/>
                    <a:lstStyle/>
                    <a:p>
                      <a:r>
                        <a:rPr lang="en-GB" sz="1200" dirty="0">
                          <a:latin typeface="Roboto Mono" panose="020B0604020202020204" charset="0"/>
                          <a:ea typeface="Roboto Mono" panose="020B0604020202020204" charset="0"/>
                        </a:rPr>
                        <a:t>ML &amp; data competitions</a:t>
                      </a:r>
                    </a:p>
                  </a:txBody>
                  <a:tcPr marL="88353" marR="88353" marT="44176" marB="44176" anchor="ctr"/>
                </a:tc>
                <a:tc>
                  <a:txBody>
                    <a:bodyPr/>
                    <a:lstStyle/>
                    <a:p>
                      <a:r>
                        <a:rPr lang="en-GB" sz="1200">
                          <a:latin typeface="Roboto Mono" panose="020B0604020202020204" charset="0"/>
                          <a:ea typeface="Roboto Mono" panose="020B0604020202020204" charset="0"/>
                        </a:rPr>
                        <a:t>❌</a:t>
                      </a:r>
                    </a:p>
                  </a:txBody>
                  <a:tcPr marL="88353" marR="88353" marT="44176" marB="44176" anchor="ctr"/>
                </a:tc>
                <a:extLst>
                  <a:ext uri="{0D108BD9-81ED-4DB2-BD59-A6C34878D82A}">
                    <a16:rowId xmlns:a16="http://schemas.microsoft.com/office/drawing/2014/main" val="3748135553"/>
                  </a:ext>
                </a:extLst>
              </a:tr>
              <a:tr h="0">
                <a:tc>
                  <a:txBody>
                    <a:bodyPr/>
                    <a:lstStyle/>
                    <a:p>
                      <a:r>
                        <a:rPr lang="en-GB" sz="1200" b="1">
                          <a:latin typeface="Roboto Mono" panose="020B0604020202020204" charset="0"/>
                          <a:ea typeface="Roboto Mono" panose="020B0604020202020204" charset="0"/>
                        </a:rPr>
                        <a:t>Spyder</a:t>
                      </a:r>
                      <a:endParaRPr lang="en-GB" sz="1200">
                        <a:latin typeface="Roboto Mono" panose="020B0604020202020204" charset="0"/>
                        <a:ea typeface="Roboto Mono" panose="020B0604020202020204" charset="0"/>
                      </a:endParaRPr>
                    </a:p>
                  </a:txBody>
                  <a:tcPr marL="88353" marR="88353" marT="44176" marB="44176" anchor="ctr"/>
                </a:tc>
                <a:tc>
                  <a:txBody>
                    <a:bodyPr/>
                    <a:lstStyle/>
                    <a:p>
                      <a:r>
                        <a:rPr lang="en-GB" sz="1200" dirty="0">
                          <a:latin typeface="Roboto Mono" panose="020B0604020202020204" charset="0"/>
                          <a:ea typeface="Roboto Mono" panose="020B0604020202020204" charset="0"/>
                        </a:rPr>
                        <a:t>Desktop IDE</a:t>
                      </a:r>
                    </a:p>
                  </a:txBody>
                  <a:tcPr marL="88353" marR="88353" marT="44176" marB="44176" anchor="ctr"/>
                </a:tc>
                <a:tc>
                  <a:txBody>
                    <a:bodyPr/>
                    <a:lstStyle/>
                    <a:p>
                      <a:r>
                        <a:rPr lang="en-GB" sz="1200" dirty="0">
                          <a:latin typeface="Roboto Mono" panose="020B0604020202020204" charset="0"/>
                          <a:ea typeface="Roboto Mono" panose="020B0604020202020204" charset="0"/>
                        </a:rPr>
                        <a:t>Anaconda</a:t>
                      </a:r>
                    </a:p>
                  </a:txBody>
                  <a:tcPr marL="88353" marR="88353" marT="44176" marB="44176" anchor="ctr"/>
                </a:tc>
                <a:tc>
                  <a:txBody>
                    <a:bodyPr/>
                    <a:lstStyle/>
                    <a:p>
                      <a:r>
                        <a:rPr lang="en-GB" sz="1200">
                          <a:latin typeface="Roboto Mono" panose="020B0604020202020204" charset="0"/>
                          <a:ea typeface="Roboto Mono" panose="020B0604020202020204" charset="0"/>
                        </a:rPr>
                        <a:t>Scientific development</a:t>
                      </a:r>
                    </a:p>
                  </a:txBody>
                  <a:tcPr marL="88353" marR="88353" marT="44176" marB="44176" anchor="ctr"/>
                </a:tc>
                <a:tc>
                  <a:txBody>
                    <a:bodyPr/>
                    <a:lstStyle/>
                    <a:p>
                      <a:r>
                        <a:rPr lang="en-GB" sz="1200" dirty="0">
                          <a:latin typeface="Roboto Mono" panose="020B0604020202020204" charset="0"/>
                          <a:ea typeface="Roboto Mono" panose="020B0604020202020204" charset="0"/>
                        </a:rPr>
                        <a:t>✅</a:t>
                      </a:r>
                    </a:p>
                  </a:txBody>
                  <a:tcPr marL="88353" marR="88353" marT="44176" marB="44176" anchor="ctr"/>
                </a:tc>
                <a:extLst>
                  <a:ext uri="{0D108BD9-81ED-4DB2-BD59-A6C34878D82A}">
                    <a16:rowId xmlns:a16="http://schemas.microsoft.com/office/drawing/2014/main" val="4151896118"/>
                  </a:ext>
                </a:extLst>
              </a:tr>
            </a:tbl>
          </a:graphicData>
        </a:graphic>
      </p:graphicFrame>
    </p:spTree>
    <p:extLst>
      <p:ext uri="{BB962C8B-B14F-4D97-AF65-F5344CB8AC3E}">
        <p14:creationId xmlns:p14="http://schemas.microsoft.com/office/powerpoint/2010/main" val="33849260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p34"/>
          <p:cNvSpPr txBox="1">
            <a:spLocks noGrp="1"/>
          </p:cNvSpPr>
          <p:nvPr>
            <p:ph type="title"/>
          </p:nvPr>
        </p:nvSpPr>
        <p:spPr>
          <a:xfrm>
            <a:off x="341850" y="654800"/>
            <a:ext cx="8573700" cy="602400"/>
          </a:xfrm>
          <a:prstGeom prst="rect">
            <a:avLst/>
          </a:prstGeom>
        </p:spPr>
        <p:txBody>
          <a:bodyPr spcFirstLastPara="1" wrap="square" lIns="91425" tIns="91425" rIns="91425" bIns="91425" anchor="t" anchorCtr="0">
            <a:noAutofit/>
          </a:bodyPr>
          <a:lstStyle/>
          <a:p>
            <a:r>
              <a:rPr lang="en-GB" dirty="0" err="1"/>
              <a:t>Jupyter</a:t>
            </a:r>
            <a:r>
              <a:rPr lang="en-GB" dirty="0"/>
              <a:t> Notebook</a:t>
            </a:r>
          </a:p>
        </p:txBody>
      </p:sp>
      <p:sp>
        <p:nvSpPr>
          <p:cNvPr id="277" name="Google Shape;277;p34"/>
          <p:cNvSpPr txBox="1">
            <a:spLocks noGrp="1"/>
          </p:cNvSpPr>
          <p:nvPr>
            <p:ph type="subTitle" idx="3"/>
          </p:nvPr>
        </p:nvSpPr>
        <p:spPr>
          <a:xfrm>
            <a:off x="341850" y="1257200"/>
            <a:ext cx="3041430" cy="3468664"/>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buFont typeface="Arial" panose="020B0604020202020204" pitchFamily="34" charset="0"/>
              <a:buChar char="•"/>
            </a:pPr>
            <a:r>
              <a:rPr lang="en-GB" sz="1050" dirty="0" err="1"/>
              <a:t>JupyterLab</a:t>
            </a:r>
            <a:r>
              <a:rPr lang="en-GB" sz="1050" dirty="0"/>
              <a:t> is the latest web-based interactive development environment for notebooks, code, and data. Its flexible interface allows users to configure and arrange workflows in data science, scientific computing, computational journalism, and machine learning.</a:t>
            </a:r>
          </a:p>
          <a:p>
            <a:pPr marL="0" lvl="0" indent="0" algn="l" rtl="0">
              <a:spcBef>
                <a:spcPts val="0"/>
              </a:spcBef>
              <a:spcAft>
                <a:spcPts val="0"/>
              </a:spcAft>
            </a:pPr>
            <a:r>
              <a:rPr lang="en-GB" sz="1050" dirty="0"/>
              <a:t> </a:t>
            </a:r>
          </a:p>
          <a:p>
            <a:pPr marL="171450" lvl="0" indent="-171450" algn="l" rtl="0">
              <a:spcBef>
                <a:spcPts val="0"/>
              </a:spcBef>
              <a:spcAft>
                <a:spcPts val="0"/>
              </a:spcAft>
              <a:buFont typeface="Arial" panose="020B0604020202020204" pitchFamily="34" charset="0"/>
              <a:buChar char="•"/>
            </a:pPr>
            <a:r>
              <a:rPr lang="en-GB" sz="1050" dirty="0"/>
              <a:t>It allows data scientists to create and share documents that include live code, equations, and other multimedia resources.</a:t>
            </a:r>
            <a:endParaRPr sz="1050" dirty="0"/>
          </a:p>
        </p:txBody>
      </p:sp>
      <p:pic>
        <p:nvPicPr>
          <p:cNvPr id="5122" name="Picture 2" descr="The complete guide to Jupyter Notebooks for Data Science | by Harshit Tyagi  | TDS Archive | Medium">
            <a:extLst>
              <a:ext uri="{FF2B5EF4-FFF2-40B4-BE49-F238E27FC236}">
                <a16:creationId xmlns:a16="http://schemas.microsoft.com/office/drawing/2014/main" id="{4F17742F-67FD-4285-844B-051491B7BC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74830" y="1653422"/>
            <a:ext cx="5227320" cy="2940368"/>
          </a:xfrm>
          <a:prstGeom prst="rect">
            <a:avLst/>
          </a:prstGeom>
          <a:ln w="12700" cap="sq">
            <a:solidFill>
              <a:schemeClr val="bg2"/>
            </a:solidFill>
            <a:prstDash val="solid"/>
            <a:miter lim="800000"/>
          </a:ln>
          <a:effectLst/>
          <a:extLst>
            <a:ext uri="{909E8E84-426E-40DD-AFC4-6F175D3DCCD1}">
              <a14:hiddenFill xmlns:a14="http://schemas.microsoft.com/office/drawing/2010/main">
                <a:solidFill>
                  <a:srgbClr val="FFFFFF"/>
                </a:solidFill>
              </a14:hiddenFill>
            </a:ext>
          </a:extLst>
        </p:spPr>
      </p:pic>
      <p:grpSp>
        <p:nvGrpSpPr>
          <p:cNvPr id="6" name="Google Shape;252;p31">
            <a:extLst>
              <a:ext uri="{FF2B5EF4-FFF2-40B4-BE49-F238E27FC236}">
                <a16:creationId xmlns:a16="http://schemas.microsoft.com/office/drawing/2014/main" id="{26BC419E-5BF7-448B-A489-1A39F1A0F7D8}"/>
              </a:ext>
            </a:extLst>
          </p:cNvPr>
          <p:cNvGrpSpPr/>
          <p:nvPr/>
        </p:nvGrpSpPr>
        <p:grpSpPr>
          <a:xfrm>
            <a:off x="3574830" y="1389274"/>
            <a:ext cx="5230046" cy="265500"/>
            <a:chOff x="511225" y="947025"/>
            <a:chExt cx="2971350" cy="265500"/>
          </a:xfrm>
        </p:grpSpPr>
        <p:pic>
          <p:nvPicPr>
            <p:cNvPr id="7" name="Google Shape;253;p31" title="Sin título-2.png">
              <a:extLst>
                <a:ext uri="{FF2B5EF4-FFF2-40B4-BE49-F238E27FC236}">
                  <a16:creationId xmlns:a16="http://schemas.microsoft.com/office/drawing/2014/main" id="{9D9CA574-BDC4-4A1F-B22C-FA0235520CCB}"/>
                </a:ext>
              </a:extLst>
            </p:cNvPr>
            <p:cNvPicPr preferRelativeResize="0"/>
            <p:nvPr/>
          </p:nvPicPr>
          <p:blipFill rotWithShape="1">
            <a:blip r:embed="rId4">
              <a:alphaModFix/>
            </a:blip>
            <a:srcRect l="60127"/>
            <a:stretch/>
          </p:blipFill>
          <p:spPr>
            <a:xfrm>
              <a:off x="512775" y="947025"/>
              <a:ext cx="2969800" cy="265500"/>
            </a:xfrm>
            <a:prstGeom prst="rect">
              <a:avLst/>
            </a:prstGeom>
            <a:noFill/>
            <a:ln>
              <a:noFill/>
            </a:ln>
          </p:spPr>
        </p:pic>
        <p:pic>
          <p:nvPicPr>
            <p:cNvPr id="8" name="Google Shape;254;p31" title="Sin título-2.png">
              <a:extLst>
                <a:ext uri="{FF2B5EF4-FFF2-40B4-BE49-F238E27FC236}">
                  <a16:creationId xmlns:a16="http://schemas.microsoft.com/office/drawing/2014/main" id="{65303819-D25B-4E7B-AAC6-C21893B3AFC9}"/>
                </a:ext>
              </a:extLst>
            </p:cNvPr>
            <p:cNvPicPr preferRelativeResize="0"/>
            <p:nvPr/>
          </p:nvPicPr>
          <p:blipFill rotWithShape="1">
            <a:blip r:embed="rId4">
              <a:alphaModFix/>
            </a:blip>
            <a:srcRect l="60127"/>
            <a:stretch/>
          </p:blipFill>
          <p:spPr>
            <a:xfrm>
              <a:off x="511225" y="947025"/>
              <a:ext cx="2969800" cy="265500"/>
            </a:xfrm>
            <a:prstGeom prst="rect">
              <a:avLst/>
            </a:prstGeom>
            <a:noFill/>
            <a:ln>
              <a:noFill/>
            </a:ln>
          </p:spPr>
        </p:pic>
      </p:grpSp>
      <p:sp>
        <p:nvSpPr>
          <p:cNvPr id="9" name="Google Shape;182;p28">
            <a:extLst>
              <a:ext uri="{FF2B5EF4-FFF2-40B4-BE49-F238E27FC236}">
                <a16:creationId xmlns:a16="http://schemas.microsoft.com/office/drawing/2014/main" id="{2C7E3128-3A8B-4B7D-BD72-93803AEE8887}"/>
              </a:ext>
            </a:extLst>
          </p:cNvPr>
          <p:cNvSpPr txBox="1"/>
          <p:nvPr/>
        </p:nvSpPr>
        <p:spPr>
          <a:xfrm>
            <a:off x="435854" y="205291"/>
            <a:ext cx="4475400" cy="265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1600" dirty="0">
                <a:solidFill>
                  <a:schemeClr val="dk1"/>
                </a:solidFill>
                <a:latin typeface="VT323"/>
                <a:ea typeface="VT323"/>
                <a:cs typeface="VT323"/>
                <a:sym typeface="VT323"/>
              </a:rPr>
              <a:t>Famous libraries</a:t>
            </a:r>
            <a:endParaRPr sz="1600" dirty="0">
              <a:solidFill>
                <a:schemeClr val="dk1"/>
              </a:solidFill>
              <a:latin typeface="VT323"/>
              <a:ea typeface="VT323"/>
              <a:cs typeface="VT323"/>
              <a:sym typeface="VT323"/>
            </a:endParaRPr>
          </a:p>
        </p:txBody>
      </p:sp>
    </p:spTree>
    <p:extLst>
      <p:ext uri="{BB962C8B-B14F-4D97-AF65-F5344CB8AC3E}">
        <p14:creationId xmlns:p14="http://schemas.microsoft.com/office/powerpoint/2010/main" val="26882525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p34"/>
          <p:cNvSpPr txBox="1">
            <a:spLocks noGrp="1"/>
          </p:cNvSpPr>
          <p:nvPr>
            <p:ph type="title"/>
          </p:nvPr>
        </p:nvSpPr>
        <p:spPr>
          <a:xfrm>
            <a:off x="341850" y="654800"/>
            <a:ext cx="8573700" cy="602400"/>
          </a:xfrm>
          <a:prstGeom prst="rect">
            <a:avLst/>
          </a:prstGeom>
        </p:spPr>
        <p:txBody>
          <a:bodyPr spcFirstLastPara="1" wrap="square" lIns="91425" tIns="91425" rIns="91425" bIns="91425" anchor="t" anchorCtr="0">
            <a:noAutofit/>
          </a:bodyPr>
          <a:lstStyle/>
          <a:p>
            <a:r>
              <a:rPr lang="en-GB" dirty="0"/>
              <a:t>Google </a:t>
            </a:r>
            <a:r>
              <a:rPr lang="en-GB" dirty="0" err="1"/>
              <a:t>Colab</a:t>
            </a:r>
            <a:endParaRPr lang="en-GB" dirty="0"/>
          </a:p>
        </p:txBody>
      </p:sp>
      <p:sp>
        <p:nvSpPr>
          <p:cNvPr id="277" name="Google Shape;277;p34"/>
          <p:cNvSpPr txBox="1">
            <a:spLocks noGrp="1"/>
          </p:cNvSpPr>
          <p:nvPr>
            <p:ph type="subTitle" idx="3"/>
          </p:nvPr>
        </p:nvSpPr>
        <p:spPr>
          <a:xfrm>
            <a:off x="341850" y="1257200"/>
            <a:ext cx="3041430" cy="1028800"/>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buFont typeface="Arial" panose="020B0604020202020204" pitchFamily="34" charset="0"/>
              <a:buChar char="•"/>
            </a:pPr>
            <a:r>
              <a:rPr lang="en-GB" sz="1050" dirty="0" err="1"/>
              <a:t>Colab</a:t>
            </a:r>
            <a:r>
              <a:rPr lang="en-GB" sz="1050" dirty="0"/>
              <a:t> is a hosted </a:t>
            </a:r>
            <a:r>
              <a:rPr lang="en-GB" sz="1050" dirty="0" err="1"/>
              <a:t>Jupyter</a:t>
            </a:r>
            <a:r>
              <a:rPr lang="en-GB" sz="1050" dirty="0"/>
              <a:t> Notebook service that requires no setup to use and provides free access to computing resources, including GPUs and TPUs.</a:t>
            </a:r>
          </a:p>
        </p:txBody>
      </p:sp>
      <p:pic>
        <p:nvPicPr>
          <p:cNvPr id="5122" name="Picture 2">
            <a:extLst>
              <a:ext uri="{FF2B5EF4-FFF2-40B4-BE49-F238E27FC236}">
                <a16:creationId xmlns:a16="http://schemas.microsoft.com/office/drawing/2014/main" id="{4F17742F-67FD-4285-844B-051491B7BCCF}"/>
              </a:ext>
            </a:extLst>
          </p:cNvPr>
          <p:cNvPicPr>
            <a:picLocks noChangeAspect="1" noChangeArrowheads="1"/>
          </p:cNvPicPr>
          <p:nvPr/>
        </p:nvPicPr>
        <p:blipFill>
          <a:blip r:embed="rId3"/>
          <a:srcRect/>
          <a:stretch/>
        </p:blipFill>
        <p:spPr bwMode="auto">
          <a:xfrm>
            <a:off x="3574830" y="1658032"/>
            <a:ext cx="5227318" cy="2667000"/>
          </a:xfrm>
          <a:prstGeom prst="rect">
            <a:avLst/>
          </a:prstGeom>
          <a:ln w="12700" cap="sq">
            <a:solidFill>
              <a:schemeClr val="bg2"/>
            </a:solidFill>
            <a:prstDash val="solid"/>
            <a:miter lim="800000"/>
          </a:ln>
          <a:effectLst/>
          <a:extLst>
            <a:ext uri="{909E8E84-426E-40DD-AFC4-6F175D3DCCD1}">
              <a14:hiddenFill xmlns:a14="http://schemas.microsoft.com/office/drawing/2010/main">
                <a:solidFill>
                  <a:srgbClr val="FFFFFF"/>
                </a:solidFill>
              </a14:hiddenFill>
            </a:ext>
          </a:extLst>
        </p:spPr>
      </p:pic>
      <p:grpSp>
        <p:nvGrpSpPr>
          <p:cNvPr id="6" name="Google Shape;252;p31">
            <a:extLst>
              <a:ext uri="{FF2B5EF4-FFF2-40B4-BE49-F238E27FC236}">
                <a16:creationId xmlns:a16="http://schemas.microsoft.com/office/drawing/2014/main" id="{26BC419E-5BF7-448B-A489-1A39F1A0F7D8}"/>
              </a:ext>
            </a:extLst>
          </p:cNvPr>
          <p:cNvGrpSpPr/>
          <p:nvPr/>
        </p:nvGrpSpPr>
        <p:grpSpPr>
          <a:xfrm>
            <a:off x="3567210" y="1389274"/>
            <a:ext cx="5234938" cy="265500"/>
            <a:chOff x="511225" y="947025"/>
            <a:chExt cx="2971350" cy="265500"/>
          </a:xfrm>
        </p:grpSpPr>
        <p:pic>
          <p:nvPicPr>
            <p:cNvPr id="7" name="Google Shape;253;p31" title="Sin título-2.png">
              <a:extLst>
                <a:ext uri="{FF2B5EF4-FFF2-40B4-BE49-F238E27FC236}">
                  <a16:creationId xmlns:a16="http://schemas.microsoft.com/office/drawing/2014/main" id="{9D9CA574-BDC4-4A1F-B22C-FA0235520CCB}"/>
                </a:ext>
              </a:extLst>
            </p:cNvPr>
            <p:cNvPicPr preferRelativeResize="0"/>
            <p:nvPr/>
          </p:nvPicPr>
          <p:blipFill rotWithShape="1">
            <a:blip r:embed="rId4">
              <a:alphaModFix/>
            </a:blip>
            <a:srcRect l="60127"/>
            <a:stretch/>
          </p:blipFill>
          <p:spPr>
            <a:xfrm>
              <a:off x="512775" y="947025"/>
              <a:ext cx="2969800" cy="265500"/>
            </a:xfrm>
            <a:prstGeom prst="rect">
              <a:avLst/>
            </a:prstGeom>
            <a:noFill/>
            <a:ln>
              <a:noFill/>
            </a:ln>
          </p:spPr>
        </p:pic>
        <p:pic>
          <p:nvPicPr>
            <p:cNvPr id="8" name="Google Shape;254;p31" title="Sin título-2.png">
              <a:extLst>
                <a:ext uri="{FF2B5EF4-FFF2-40B4-BE49-F238E27FC236}">
                  <a16:creationId xmlns:a16="http://schemas.microsoft.com/office/drawing/2014/main" id="{65303819-D25B-4E7B-AAC6-C21893B3AFC9}"/>
                </a:ext>
              </a:extLst>
            </p:cNvPr>
            <p:cNvPicPr preferRelativeResize="0"/>
            <p:nvPr/>
          </p:nvPicPr>
          <p:blipFill rotWithShape="1">
            <a:blip r:embed="rId4">
              <a:alphaModFix/>
            </a:blip>
            <a:srcRect l="60127"/>
            <a:stretch/>
          </p:blipFill>
          <p:spPr>
            <a:xfrm>
              <a:off x="511225" y="947025"/>
              <a:ext cx="2969800" cy="265500"/>
            </a:xfrm>
            <a:prstGeom prst="rect">
              <a:avLst/>
            </a:prstGeom>
            <a:noFill/>
            <a:ln>
              <a:noFill/>
            </a:ln>
          </p:spPr>
        </p:pic>
      </p:grpSp>
      <p:sp>
        <p:nvSpPr>
          <p:cNvPr id="9" name="Google Shape;182;p28">
            <a:extLst>
              <a:ext uri="{FF2B5EF4-FFF2-40B4-BE49-F238E27FC236}">
                <a16:creationId xmlns:a16="http://schemas.microsoft.com/office/drawing/2014/main" id="{5B91C608-7D42-4A70-AB12-72EC819B985D}"/>
              </a:ext>
            </a:extLst>
          </p:cNvPr>
          <p:cNvSpPr txBox="1"/>
          <p:nvPr/>
        </p:nvSpPr>
        <p:spPr>
          <a:xfrm>
            <a:off x="435854" y="205291"/>
            <a:ext cx="4475400" cy="265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1600" dirty="0">
                <a:solidFill>
                  <a:schemeClr val="dk1"/>
                </a:solidFill>
                <a:latin typeface="VT323"/>
                <a:ea typeface="VT323"/>
                <a:cs typeface="VT323"/>
                <a:sym typeface="VT323"/>
              </a:rPr>
              <a:t>Famous libraries</a:t>
            </a:r>
            <a:endParaRPr sz="1600" dirty="0">
              <a:solidFill>
                <a:schemeClr val="dk1"/>
              </a:solidFill>
              <a:latin typeface="VT323"/>
              <a:ea typeface="VT323"/>
              <a:cs typeface="VT323"/>
              <a:sym typeface="VT323"/>
            </a:endParaRPr>
          </a:p>
        </p:txBody>
      </p:sp>
    </p:spTree>
    <p:extLst>
      <p:ext uri="{BB962C8B-B14F-4D97-AF65-F5344CB8AC3E}">
        <p14:creationId xmlns:p14="http://schemas.microsoft.com/office/powerpoint/2010/main" val="22877842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pic>
        <p:nvPicPr>
          <p:cNvPr id="259" name="Google Shape;259;p32"/>
          <p:cNvPicPr preferRelativeResize="0">
            <a:picLocks noGrp="1"/>
          </p:cNvPicPr>
          <p:nvPr>
            <p:ph type="pic" idx="3"/>
          </p:nvPr>
        </p:nvPicPr>
        <p:blipFill rotWithShape="1">
          <a:blip r:embed="rId3"/>
          <a:srcRect l="6698" r="41296"/>
          <a:stretch/>
        </p:blipFill>
        <p:spPr>
          <a:xfrm>
            <a:off x="6386650" y="947025"/>
            <a:ext cx="2107500" cy="2067599"/>
          </a:xfrm>
          <a:prstGeom prst="rect">
            <a:avLst/>
          </a:prstGeom>
        </p:spPr>
      </p:pic>
      <p:sp>
        <p:nvSpPr>
          <p:cNvPr id="260" name="Google Shape;260;p32"/>
          <p:cNvSpPr txBox="1">
            <a:spLocks noGrp="1"/>
          </p:cNvSpPr>
          <p:nvPr>
            <p:ph type="subTitle" idx="1"/>
          </p:nvPr>
        </p:nvSpPr>
        <p:spPr>
          <a:xfrm>
            <a:off x="3465325" y="3918575"/>
            <a:ext cx="5174400" cy="662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Let’s teach you to walk on your feet!</a:t>
            </a:r>
            <a:endParaRPr dirty="0"/>
          </a:p>
        </p:txBody>
      </p:sp>
      <p:sp>
        <p:nvSpPr>
          <p:cNvPr id="261" name="Google Shape;261;p32"/>
          <p:cNvSpPr txBox="1">
            <a:spLocks noGrp="1"/>
          </p:cNvSpPr>
          <p:nvPr>
            <p:ph type="title"/>
          </p:nvPr>
        </p:nvSpPr>
        <p:spPr>
          <a:xfrm>
            <a:off x="1860500" y="1532500"/>
            <a:ext cx="3459000" cy="1521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The Basics</a:t>
            </a:r>
            <a:endParaRPr dirty="0"/>
          </a:p>
        </p:txBody>
      </p:sp>
      <p:sp>
        <p:nvSpPr>
          <p:cNvPr id="262" name="Google Shape;262;p32"/>
          <p:cNvSpPr txBox="1">
            <a:spLocks noGrp="1"/>
          </p:cNvSpPr>
          <p:nvPr>
            <p:ph type="title" idx="2"/>
          </p:nvPr>
        </p:nvSpPr>
        <p:spPr>
          <a:xfrm>
            <a:off x="779673" y="1910725"/>
            <a:ext cx="778200" cy="764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02</a:t>
            </a:r>
            <a:endParaRPr dirty="0"/>
          </a:p>
        </p:txBody>
      </p:sp>
      <p:grpSp>
        <p:nvGrpSpPr>
          <p:cNvPr id="263" name="Google Shape;263;p32"/>
          <p:cNvGrpSpPr/>
          <p:nvPr/>
        </p:nvGrpSpPr>
        <p:grpSpPr>
          <a:xfrm>
            <a:off x="6386650" y="947025"/>
            <a:ext cx="2107351" cy="265500"/>
            <a:chOff x="6386650" y="947025"/>
            <a:chExt cx="2107351" cy="265500"/>
          </a:xfrm>
        </p:grpSpPr>
        <p:pic>
          <p:nvPicPr>
            <p:cNvPr id="264" name="Google Shape;264;p32" title="Sin título-2.png"/>
            <p:cNvPicPr preferRelativeResize="0"/>
            <p:nvPr/>
          </p:nvPicPr>
          <p:blipFill rotWithShape="1">
            <a:blip r:embed="rId4">
              <a:alphaModFix/>
            </a:blip>
            <a:srcRect l="71706"/>
            <a:stretch/>
          </p:blipFill>
          <p:spPr>
            <a:xfrm>
              <a:off x="6386650" y="947025"/>
              <a:ext cx="2107351" cy="265500"/>
            </a:xfrm>
            <a:prstGeom prst="rect">
              <a:avLst/>
            </a:prstGeom>
            <a:noFill/>
            <a:ln>
              <a:noFill/>
            </a:ln>
          </p:spPr>
        </p:pic>
        <p:pic>
          <p:nvPicPr>
            <p:cNvPr id="265" name="Google Shape;265;p32" title="Sin título-2.png"/>
            <p:cNvPicPr preferRelativeResize="0"/>
            <p:nvPr/>
          </p:nvPicPr>
          <p:blipFill rotWithShape="1">
            <a:blip r:embed="rId4">
              <a:alphaModFix/>
            </a:blip>
            <a:srcRect l="71706"/>
            <a:stretch/>
          </p:blipFill>
          <p:spPr>
            <a:xfrm>
              <a:off x="6386650" y="947025"/>
              <a:ext cx="2107351" cy="265500"/>
            </a:xfrm>
            <a:prstGeom prst="rect">
              <a:avLst/>
            </a:prstGeom>
            <a:noFill/>
            <a:ln>
              <a:noFill/>
            </a:ln>
          </p:spPr>
        </p:pic>
      </p:grpSp>
    </p:spTree>
    <p:extLst>
      <p:ext uri="{BB962C8B-B14F-4D97-AF65-F5344CB8AC3E}">
        <p14:creationId xmlns:p14="http://schemas.microsoft.com/office/powerpoint/2010/main" val="23560537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33"/>
          <p:cNvSpPr txBox="1">
            <a:spLocks noGrp="1"/>
          </p:cNvSpPr>
          <p:nvPr>
            <p:ph type="title"/>
          </p:nvPr>
        </p:nvSpPr>
        <p:spPr>
          <a:xfrm>
            <a:off x="524630" y="695834"/>
            <a:ext cx="7866600" cy="698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First Steps</a:t>
            </a:r>
            <a:endParaRPr dirty="0"/>
          </a:p>
        </p:txBody>
      </p:sp>
      <p:sp>
        <p:nvSpPr>
          <p:cNvPr id="271" name="Google Shape;271;p33"/>
          <p:cNvSpPr txBox="1">
            <a:spLocks noGrp="1"/>
          </p:cNvSpPr>
          <p:nvPr>
            <p:ph type="subTitle" idx="1"/>
          </p:nvPr>
        </p:nvSpPr>
        <p:spPr>
          <a:xfrm>
            <a:off x="429942" y="1538050"/>
            <a:ext cx="4142058" cy="253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You can add a code and a text cell, </a:t>
            </a:r>
          </a:p>
          <a:p>
            <a:pPr marL="0" lvl="0" indent="0" algn="l" rtl="0">
              <a:spcBef>
                <a:spcPts val="0"/>
              </a:spcBef>
              <a:spcAft>
                <a:spcPts val="0"/>
              </a:spcAft>
              <a:buNone/>
            </a:pPr>
            <a:endParaRPr lang="en-GB" dirty="0"/>
          </a:p>
          <a:p>
            <a:pPr marL="0" lvl="0" indent="0" algn="l" rtl="0">
              <a:spcBef>
                <a:spcPts val="0"/>
              </a:spcBef>
              <a:spcAft>
                <a:spcPts val="0"/>
              </a:spcAft>
              <a:buNone/>
            </a:pPr>
            <a:r>
              <a:rPr lang="en-GB" dirty="0"/>
              <a:t>For example : </a:t>
            </a:r>
          </a:p>
          <a:p>
            <a:pPr marL="0" lvl="0" indent="0" algn="l" rtl="0">
              <a:spcBef>
                <a:spcPts val="0"/>
              </a:spcBef>
              <a:spcAft>
                <a:spcPts val="0"/>
              </a:spcAft>
              <a:buNone/>
            </a:pPr>
            <a:r>
              <a:rPr lang="en-GB" dirty="0">
                <a:solidFill>
                  <a:srgbClr val="C00000"/>
                </a:solidFill>
              </a:rPr>
              <a:t>“this is a coding cell”</a:t>
            </a:r>
          </a:p>
          <a:p>
            <a:pPr marL="0" lvl="0" indent="0" algn="l" rtl="0">
              <a:spcBef>
                <a:spcPts val="0"/>
              </a:spcBef>
              <a:spcAft>
                <a:spcPts val="0"/>
              </a:spcAft>
              <a:buNone/>
            </a:pPr>
            <a:endParaRPr lang="en-GB" dirty="0"/>
          </a:p>
          <a:p>
            <a:pPr marL="0" lvl="0" indent="0" algn="l" rtl="0">
              <a:spcBef>
                <a:spcPts val="0"/>
              </a:spcBef>
              <a:spcAft>
                <a:spcPts val="0"/>
              </a:spcAft>
              <a:buNone/>
            </a:pPr>
            <a:r>
              <a:rPr lang="en-GB" dirty="0"/>
              <a:t>It will print :</a:t>
            </a:r>
          </a:p>
          <a:p>
            <a:pPr marL="0" lvl="0" indent="0" algn="l" rtl="0">
              <a:spcBef>
                <a:spcPts val="0"/>
              </a:spcBef>
              <a:spcAft>
                <a:spcPts val="0"/>
              </a:spcAft>
              <a:buNone/>
            </a:pPr>
            <a:r>
              <a:rPr lang="en-GB" dirty="0"/>
              <a:t>‘This is a coding cell’</a:t>
            </a:r>
          </a:p>
          <a:p>
            <a:pPr marL="0" lvl="0" indent="0" algn="l" rtl="0">
              <a:spcBef>
                <a:spcPts val="0"/>
              </a:spcBef>
              <a:spcAft>
                <a:spcPts val="0"/>
              </a:spcAft>
              <a:buNone/>
            </a:pPr>
            <a:endParaRPr lang="en-GB" dirty="0"/>
          </a:p>
          <a:p>
            <a:pPr marL="0" lvl="0" indent="0" algn="l" rtl="0">
              <a:spcBef>
                <a:spcPts val="0"/>
              </a:spcBef>
              <a:spcAft>
                <a:spcPts val="0"/>
              </a:spcAft>
              <a:buNone/>
            </a:pPr>
            <a:r>
              <a:rPr lang="en-GB" dirty="0"/>
              <a:t>Or</a:t>
            </a:r>
          </a:p>
          <a:p>
            <a:pPr marL="0" lvl="0" indent="0" algn="l" rtl="0">
              <a:spcBef>
                <a:spcPts val="0"/>
              </a:spcBef>
              <a:spcAft>
                <a:spcPts val="0"/>
              </a:spcAft>
              <a:buNone/>
            </a:pPr>
            <a:r>
              <a:rPr lang="en-GB" dirty="0">
                <a:solidFill>
                  <a:srgbClr val="C00000"/>
                </a:solidFill>
              </a:rPr>
              <a:t>2 + 2</a:t>
            </a:r>
          </a:p>
          <a:p>
            <a:pPr marL="0" lvl="0" indent="0" algn="l" rtl="0">
              <a:spcBef>
                <a:spcPts val="0"/>
              </a:spcBef>
              <a:spcAft>
                <a:spcPts val="0"/>
              </a:spcAft>
              <a:buNone/>
            </a:pPr>
            <a:r>
              <a:rPr lang="en-GB" dirty="0"/>
              <a:t>4</a:t>
            </a:r>
          </a:p>
          <a:p>
            <a:pPr marL="0" lvl="0" indent="0" algn="l" rtl="0">
              <a:spcBef>
                <a:spcPts val="0"/>
              </a:spcBef>
              <a:spcAft>
                <a:spcPts val="0"/>
              </a:spcAft>
              <a:buNone/>
            </a:pPr>
            <a:r>
              <a:rPr lang="en-GB" dirty="0"/>
              <a:t> </a:t>
            </a:r>
          </a:p>
        </p:txBody>
      </p:sp>
      <p:pic>
        <p:nvPicPr>
          <p:cNvPr id="3" name="Picture 2">
            <a:extLst>
              <a:ext uri="{FF2B5EF4-FFF2-40B4-BE49-F238E27FC236}">
                <a16:creationId xmlns:a16="http://schemas.microsoft.com/office/drawing/2014/main" id="{EE39ADDD-38EA-41E8-B078-EA565D0E6A4F}"/>
              </a:ext>
            </a:extLst>
          </p:cNvPr>
          <p:cNvPicPr>
            <a:picLocks noChangeAspect="1"/>
          </p:cNvPicPr>
          <p:nvPr/>
        </p:nvPicPr>
        <p:blipFill>
          <a:blip r:embed="rId3"/>
          <a:stretch>
            <a:fillRect/>
          </a:stretch>
        </p:blipFill>
        <p:spPr>
          <a:xfrm>
            <a:off x="4874039" y="779037"/>
            <a:ext cx="3309841" cy="1862465"/>
          </a:xfrm>
          <a:prstGeom prst="rect">
            <a:avLst/>
          </a:prstGeom>
        </p:spPr>
      </p:pic>
      <p:pic>
        <p:nvPicPr>
          <p:cNvPr id="5" name="Picture 4">
            <a:extLst>
              <a:ext uri="{FF2B5EF4-FFF2-40B4-BE49-F238E27FC236}">
                <a16:creationId xmlns:a16="http://schemas.microsoft.com/office/drawing/2014/main" id="{7E0058A1-2279-45C3-B83E-BBA59B183436}"/>
              </a:ext>
            </a:extLst>
          </p:cNvPr>
          <p:cNvPicPr>
            <a:picLocks noChangeAspect="1"/>
          </p:cNvPicPr>
          <p:nvPr/>
        </p:nvPicPr>
        <p:blipFill>
          <a:blip r:embed="rId4"/>
          <a:stretch>
            <a:fillRect/>
          </a:stretch>
        </p:blipFill>
        <p:spPr>
          <a:xfrm>
            <a:off x="4874038" y="2807500"/>
            <a:ext cx="3309841" cy="1862463"/>
          </a:xfrm>
          <a:prstGeom prst="rect">
            <a:avLst/>
          </a:prstGeom>
        </p:spPr>
      </p:pic>
    </p:spTree>
    <p:extLst>
      <p:ext uri="{BB962C8B-B14F-4D97-AF65-F5344CB8AC3E}">
        <p14:creationId xmlns:p14="http://schemas.microsoft.com/office/powerpoint/2010/main" val="24609958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33"/>
          <p:cNvSpPr txBox="1">
            <a:spLocks noGrp="1"/>
          </p:cNvSpPr>
          <p:nvPr>
            <p:ph type="title"/>
          </p:nvPr>
        </p:nvSpPr>
        <p:spPr>
          <a:xfrm>
            <a:off x="524630" y="695834"/>
            <a:ext cx="7866600" cy="698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Use Print</a:t>
            </a:r>
            <a:endParaRPr dirty="0"/>
          </a:p>
        </p:txBody>
      </p:sp>
      <p:sp>
        <p:nvSpPr>
          <p:cNvPr id="271" name="Google Shape;271;p33"/>
          <p:cNvSpPr txBox="1">
            <a:spLocks noGrp="1"/>
          </p:cNvSpPr>
          <p:nvPr>
            <p:ph type="subTitle" idx="1"/>
          </p:nvPr>
        </p:nvSpPr>
        <p:spPr>
          <a:xfrm>
            <a:off x="429942" y="1538050"/>
            <a:ext cx="4142058" cy="21195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You can use print, to print each elements, instead of writing raw mathematical functions which will end up no showing some of your values.</a:t>
            </a:r>
          </a:p>
          <a:p>
            <a:pPr marL="0" lvl="0" indent="0" algn="l" rtl="0">
              <a:spcBef>
                <a:spcPts val="0"/>
              </a:spcBef>
              <a:spcAft>
                <a:spcPts val="0"/>
              </a:spcAft>
              <a:buNone/>
            </a:pPr>
            <a:endParaRPr lang="en-GB" dirty="0"/>
          </a:p>
          <a:p>
            <a:pPr marL="0" lvl="0" indent="0" algn="l" rtl="0">
              <a:spcBef>
                <a:spcPts val="0"/>
              </a:spcBef>
              <a:spcAft>
                <a:spcPts val="0"/>
              </a:spcAft>
              <a:buNone/>
            </a:pPr>
            <a:r>
              <a:rPr lang="en-GB" dirty="0"/>
              <a:t>Use </a:t>
            </a:r>
            <a:r>
              <a:rPr lang="en-GB" dirty="0">
                <a:solidFill>
                  <a:srgbClr val="6C7327"/>
                </a:solidFill>
              </a:rPr>
              <a:t>print() </a:t>
            </a:r>
            <a:r>
              <a:rPr lang="en-GB" dirty="0"/>
              <a:t>for each math operation.</a:t>
            </a:r>
          </a:p>
        </p:txBody>
      </p:sp>
      <p:pic>
        <p:nvPicPr>
          <p:cNvPr id="4" name="Picture 3">
            <a:extLst>
              <a:ext uri="{FF2B5EF4-FFF2-40B4-BE49-F238E27FC236}">
                <a16:creationId xmlns:a16="http://schemas.microsoft.com/office/drawing/2014/main" id="{E9A16B59-CB6F-4751-8C15-DA48256FEE62}"/>
              </a:ext>
            </a:extLst>
          </p:cNvPr>
          <p:cNvPicPr>
            <a:picLocks noChangeAspect="1"/>
          </p:cNvPicPr>
          <p:nvPr/>
        </p:nvPicPr>
        <p:blipFill>
          <a:blip r:embed="rId3"/>
          <a:stretch>
            <a:fillRect/>
          </a:stretch>
        </p:blipFill>
        <p:spPr>
          <a:xfrm>
            <a:off x="4929890" y="1154682"/>
            <a:ext cx="3581900" cy="3305636"/>
          </a:xfrm>
          <a:prstGeom prst="rect">
            <a:avLst/>
          </a:prstGeom>
        </p:spPr>
      </p:pic>
    </p:spTree>
    <p:extLst>
      <p:ext uri="{BB962C8B-B14F-4D97-AF65-F5344CB8AC3E}">
        <p14:creationId xmlns:p14="http://schemas.microsoft.com/office/powerpoint/2010/main" val="34654329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33"/>
          <p:cNvSpPr txBox="1">
            <a:spLocks noGrp="1"/>
          </p:cNvSpPr>
          <p:nvPr>
            <p:ph type="title"/>
          </p:nvPr>
        </p:nvSpPr>
        <p:spPr>
          <a:xfrm>
            <a:off x="524630" y="695834"/>
            <a:ext cx="7866600" cy="698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Making comments</a:t>
            </a:r>
            <a:endParaRPr dirty="0"/>
          </a:p>
        </p:txBody>
      </p:sp>
      <p:sp>
        <p:nvSpPr>
          <p:cNvPr id="271" name="Google Shape;271;p33"/>
          <p:cNvSpPr txBox="1">
            <a:spLocks noGrp="1"/>
          </p:cNvSpPr>
          <p:nvPr>
            <p:ph type="subTitle" idx="1"/>
          </p:nvPr>
        </p:nvSpPr>
        <p:spPr>
          <a:xfrm>
            <a:off x="429942" y="1538050"/>
            <a:ext cx="4142058" cy="21195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Comments are good for coding, you can use them to let some of your nerdy friends knows what you did on your code, this allows for complete comprehension of the whole coding operation.</a:t>
            </a:r>
          </a:p>
          <a:p>
            <a:pPr marL="0" lvl="0" indent="0" algn="l" rtl="0">
              <a:spcBef>
                <a:spcPts val="0"/>
              </a:spcBef>
              <a:spcAft>
                <a:spcPts val="0"/>
              </a:spcAft>
              <a:buNone/>
            </a:pPr>
            <a:endParaRPr lang="en-GB" dirty="0">
              <a:highlight>
                <a:srgbClr val="000000"/>
              </a:highlight>
            </a:endParaRPr>
          </a:p>
          <a:p>
            <a:pPr marL="0" lvl="0" indent="0" algn="l" rtl="0">
              <a:spcBef>
                <a:spcPts val="0"/>
              </a:spcBef>
              <a:spcAft>
                <a:spcPts val="0"/>
              </a:spcAft>
              <a:buNone/>
            </a:pPr>
            <a:r>
              <a:rPr lang="en-GB" dirty="0">
                <a:highlight>
                  <a:srgbClr val="C0C0C0"/>
                </a:highlight>
              </a:rPr>
              <a:t>2+2 </a:t>
            </a:r>
            <a:r>
              <a:rPr lang="en-GB" dirty="0">
                <a:solidFill>
                  <a:srgbClr val="6C7327"/>
                </a:solidFill>
                <a:highlight>
                  <a:srgbClr val="C0C0C0"/>
                </a:highlight>
              </a:rPr>
              <a:t># this is a comment</a:t>
            </a:r>
          </a:p>
        </p:txBody>
      </p:sp>
      <p:pic>
        <p:nvPicPr>
          <p:cNvPr id="3" name="Picture 2">
            <a:extLst>
              <a:ext uri="{FF2B5EF4-FFF2-40B4-BE49-F238E27FC236}">
                <a16:creationId xmlns:a16="http://schemas.microsoft.com/office/drawing/2014/main" id="{3035F863-9105-4762-A015-B8E8BD1738BB}"/>
              </a:ext>
            </a:extLst>
          </p:cNvPr>
          <p:cNvPicPr>
            <a:picLocks noChangeAspect="1"/>
          </p:cNvPicPr>
          <p:nvPr/>
        </p:nvPicPr>
        <p:blipFill>
          <a:blip r:embed="rId3"/>
          <a:stretch>
            <a:fillRect/>
          </a:stretch>
        </p:blipFill>
        <p:spPr>
          <a:xfrm>
            <a:off x="4959278" y="1511975"/>
            <a:ext cx="3754780" cy="2119550"/>
          </a:xfrm>
          <a:prstGeom prst="rect">
            <a:avLst/>
          </a:prstGeom>
        </p:spPr>
      </p:pic>
    </p:spTree>
    <p:extLst>
      <p:ext uri="{BB962C8B-B14F-4D97-AF65-F5344CB8AC3E}">
        <p14:creationId xmlns:p14="http://schemas.microsoft.com/office/powerpoint/2010/main" val="42463082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33"/>
          <p:cNvSpPr txBox="1">
            <a:spLocks noGrp="1"/>
          </p:cNvSpPr>
          <p:nvPr>
            <p:ph type="title"/>
          </p:nvPr>
        </p:nvSpPr>
        <p:spPr>
          <a:xfrm>
            <a:off x="524630" y="695834"/>
            <a:ext cx="7866600" cy="698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Markdown</a:t>
            </a:r>
            <a:endParaRPr dirty="0"/>
          </a:p>
        </p:txBody>
      </p:sp>
      <p:sp>
        <p:nvSpPr>
          <p:cNvPr id="271" name="Google Shape;271;p33"/>
          <p:cNvSpPr txBox="1">
            <a:spLocks noGrp="1"/>
          </p:cNvSpPr>
          <p:nvPr>
            <p:ph type="subTitle" idx="1"/>
          </p:nvPr>
        </p:nvSpPr>
        <p:spPr>
          <a:xfrm>
            <a:off x="429942" y="1538050"/>
            <a:ext cx="4142058" cy="275963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Markdown in Google </a:t>
            </a:r>
            <a:r>
              <a:rPr lang="en-GB" dirty="0" err="1"/>
              <a:t>Colab</a:t>
            </a:r>
            <a:r>
              <a:rPr lang="en-GB" dirty="0"/>
              <a:t> is a lightweight formatting language used to add text, headings, lists, links, and images inside your notebook — just like in </a:t>
            </a:r>
            <a:r>
              <a:rPr lang="en-GB" dirty="0" err="1"/>
              <a:t>Jupyter</a:t>
            </a:r>
            <a:r>
              <a:rPr lang="en-GB" dirty="0"/>
              <a:t> Notebook.</a:t>
            </a:r>
          </a:p>
          <a:p>
            <a:pPr marL="0" lvl="0" indent="0" algn="l" rtl="0">
              <a:spcBef>
                <a:spcPts val="0"/>
              </a:spcBef>
              <a:spcAft>
                <a:spcPts val="0"/>
              </a:spcAft>
              <a:buNone/>
            </a:pPr>
            <a:endParaRPr lang="en-GB" dirty="0"/>
          </a:p>
          <a:p>
            <a:pPr marL="0" lvl="0" indent="0" algn="l" rtl="0">
              <a:spcBef>
                <a:spcPts val="0"/>
              </a:spcBef>
              <a:spcAft>
                <a:spcPts val="0"/>
              </a:spcAft>
              <a:buNone/>
            </a:pPr>
            <a:r>
              <a:rPr lang="en-GB" dirty="0"/>
              <a:t>Example :</a:t>
            </a:r>
          </a:p>
          <a:p>
            <a:pPr marL="0" lvl="0" indent="0" algn="l" rtl="0">
              <a:spcBef>
                <a:spcPts val="0"/>
              </a:spcBef>
              <a:spcAft>
                <a:spcPts val="0"/>
              </a:spcAft>
              <a:buNone/>
            </a:pPr>
            <a:endParaRPr lang="en-GB" dirty="0">
              <a:highlight>
                <a:srgbClr val="000000"/>
              </a:highlight>
            </a:endParaRPr>
          </a:p>
          <a:p>
            <a:pPr marL="0" lvl="0" indent="0" algn="l" rtl="0">
              <a:spcBef>
                <a:spcPts val="0"/>
              </a:spcBef>
              <a:spcAft>
                <a:spcPts val="0"/>
              </a:spcAft>
              <a:buNone/>
            </a:pPr>
            <a:r>
              <a:rPr lang="en-GB" dirty="0">
                <a:solidFill>
                  <a:srgbClr val="00B0F0"/>
                </a:solidFill>
                <a:highlight>
                  <a:srgbClr val="C0C0C0"/>
                </a:highlight>
              </a:rPr>
              <a:t># Booking</a:t>
            </a:r>
          </a:p>
          <a:p>
            <a:pPr marL="0" lvl="0" indent="0" algn="l" rtl="0">
              <a:spcBef>
                <a:spcPts val="0"/>
              </a:spcBef>
              <a:spcAft>
                <a:spcPts val="0"/>
              </a:spcAft>
              <a:buNone/>
            </a:pPr>
            <a:endParaRPr lang="en-GB" dirty="0">
              <a:solidFill>
                <a:srgbClr val="00B0F0"/>
              </a:solidFill>
              <a:highlight>
                <a:srgbClr val="C0C0C0"/>
              </a:highlight>
            </a:endParaRPr>
          </a:p>
          <a:p>
            <a:pPr marL="0" lvl="0" indent="0" algn="l" rtl="0">
              <a:spcBef>
                <a:spcPts val="0"/>
              </a:spcBef>
              <a:spcAft>
                <a:spcPts val="0"/>
              </a:spcAft>
              <a:buNone/>
            </a:pPr>
            <a:r>
              <a:rPr lang="en-GB" sz="1600" b="1" dirty="0">
                <a:solidFill>
                  <a:schemeClr val="tx1"/>
                </a:solidFill>
              </a:rPr>
              <a:t>Booking</a:t>
            </a:r>
          </a:p>
        </p:txBody>
      </p:sp>
      <p:pic>
        <p:nvPicPr>
          <p:cNvPr id="4" name="Picture 3">
            <a:extLst>
              <a:ext uri="{FF2B5EF4-FFF2-40B4-BE49-F238E27FC236}">
                <a16:creationId xmlns:a16="http://schemas.microsoft.com/office/drawing/2014/main" id="{B28982FE-941E-4920-AC75-BC9AB978D188}"/>
              </a:ext>
            </a:extLst>
          </p:cNvPr>
          <p:cNvPicPr>
            <a:picLocks noChangeAspect="1"/>
          </p:cNvPicPr>
          <p:nvPr/>
        </p:nvPicPr>
        <p:blipFill>
          <a:blip r:embed="rId3"/>
          <a:stretch>
            <a:fillRect/>
          </a:stretch>
        </p:blipFill>
        <p:spPr>
          <a:xfrm>
            <a:off x="4674797" y="2025907"/>
            <a:ext cx="4168801" cy="1091686"/>
          </a:xfrm>
          <a:prstGeom prst="rect">
            <a:avLst/>
          </a:prstGeom>
        </p:spPr>
      </p:pic>
    </p:spTree>
    <p:extLst>
      <p:ext uri="{BB962C8B-B14F-4D97-AF65-F5344CB8AC3E}">
        <p14:creationId xmlns:p14="http://schemas.microsoft.com/office/powerpoint/2010/main" val="31233999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60" name="Google Shape;260;p32"/>
          <p:cNvSpPr txBox="1">
            <a:spLocks noGrp="1"/>
          </p:cNvSpPr>
          <p:nvPr>
            <p:ph type="subTitle" idx="1"/>
          </p:nvPr>
        </p:nvSpPr>
        <p:spPr>
          <a:xfrm>
            <a:off x="3465325" y="3918575"/>
            <a:ext cx="5174400" cy="662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Data types of python</a:t>
            </a:r>
            <a:endParaRPr dirty="0"/>
          </a:p>
        </p:txBody>
      </p:sp>
      <p:sp>
        <p:nvSpPr>
          <p:cNvPr id="261" name="Google Shape;261;p32"/>
          <p:cNvSpPr txBox="1">
            <a:spLocks noGrp="1"/>
          </p:cNvSpPr>
          <p:nvPr>
            <p:ph type="title"/>
          </p:nvPr>
        </p:nvSpPr>
        <p:spPr>
          <a:xfrm>
            <a:off x="1860500" y="1532500"/>
            <a:ext cx="3459000" cy="1521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Data Types</a:t>
            </a:r>
            <a:endParaRPr dirty="0"/>
          </a:p>
        </p:txBody>
      </p:sp>
      <p:sp>
        <p:nvSpPr>
          <p:cNvPr id="262" name="Google Shape;262;p32"/>
          <p:cNvSpPr txBox="1">
            <a:spLocks noGrp="1"/>
          </p:cNvSpPr>
          <p:nvPr>
            <p:ph type="title" idx="2"/>
          </p:nvPr>
        </p:nvSpPr>
        <p:spPr>
          <a:xfrm>
            <a:off x="779673" y="1910725"/>
            <a:ext cx="778200" cy="764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03</a:t>
            </a:r>
            <a:endParaRPr dirty="0"/>
          </a:p>
        </p:txBody>
      </p:sp>
    </p:spTree>
    <p:extLst>
      <p:ext uri="{BB962C8B-B14F-4D97-AF65-F5344CB8AC3E}">
        <p14:creationId xmlns:p14="http://schemas.microsoft.com/office/powerpoint/2010/main" val="40368203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7" name="Title 6">
            <a:extLst>
              <a:ext uri="{FF2B5EF4-FFF2-40B4-BE49-F238E27FC236}">
                <a16:creationId xmlns:a16="http://schemas.microsoft.com/office/drawing/2014/main" id="{2DA4D838-47EA-4D4D-98DD-6E38C57F8EE4}"/>
              </a:ext>
            </a:extLst>
          </p:cNvPr>
          <p:cNvSpPr>
            <a:spLocks noGrp="1"/>
          </p:cNvSpPr>
          <p:nvPr>
            <p:ph type="title"/>
          </p:nvPr>
        </p:nvSpPr>
        <p:spPr>
          <a:xfrm>
            <a:off x="453708" y="573267"/>
            <a:ext cx="7866600" cy="698400"/>
          </a:xfrm>
        </p:spPr>
        <p:txBody>
          <a:bodyPr/>
          <a:lstStyle/>
          <a:p>
            <a:r>
              <a:rPr lang="en-GB" dirty="0"/>
              <a:t>Data types</a:t>
            </a:r>
          </a:p>
        </p:txBody>
      </p:sp>
      <p:sp>
        <p:nvSpPr>
          <p:cNvPr id="9" name="Rectangle 1">
            <a:extLst>
              <a:ext uri="{FF2B5EF4-FFF2-40B4-BE49-F238E27FC236}">
                <a16:creationId xmlns:a16="http://schemas.microsoft.com/office/drawing/2014/main" id="{623E6964-0141-4DB2-B260-62FCDFDF9DE6}"/>
              </a:ext>
            </a:extLst>
          </p:cNvPr>
          <p:cNvSpPr>
            <a:spLocks noChangeArrowheads="1"/>
          </p:cNvSpPr>
          <p:nvPr/>
        </p:nvSpPr>
        <p:spPr bwMode="auto">
          <a:xfrm>
            <a:off x="712788" y="1641475"/>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700" b="1"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graphicFrame>
        <p:nvGraphicFramePr>
          <p:cNvPr id="10" name="Table 9">
            <a:extLst>
              <a:ext uri="{FF2B5EF4-FFF2-40B4-BE49-F238E27FC236}">
                <a16:creationId xmlns:a16="http://schemas.microsoft.com/office/drawing/2014/main" id="{38C36805-4A8C-4D32-95EC-4D519DD776AB}"/>
              </a:ext>
            </a:extLst>
          </p:cNvPr>
          <p:cNvGraphicFramePr>
            <a:graphicFrameLocks noGrp="1"/>
          </p:cNvGraphicFramePr>
          <p:nvPr>
            <p:extLst>
              <p:ext uri="{D42A27DB-BD31-4B8C-83A1-F6EECF244321}">
                <p14:modId xmlns:p14="http://schemas.microsoft.com/office/powerpoint/2010/main" val="158232212"/>
              </p:ext>
            </p:extLst>
          </p:nvPr>
        </p:nvGraphicFramePr>
        <p:xfrm>
          <a:off x="349092" y="1576665"/>
          <a:ext cx="3981132" cy="1752600"/>
        </p:xfrm>
        <a:graphic>
          <a:graphicData uri="http://schemas.openxmlformats.org/drawingml/2006/table">
            <a:tbl>
              <a:tblPr>
                <a:tableStyleId>{5940675A-B579-460E-94D1-54222C63F5DA}</a:tableStyleId>
              </a:tblPr>
              <a:tblGrid>
                <a:gridCol w="1124626">
                  <a:extLst>
                    <a:ext uri="{9D8B030D-6E8A-4147-A177-3AD203B41FA5}">
                      <a16:colId xmlns:a16="http://schemas.microsoft.com/office/drawing/2014/main" val="2564606859"/>
                    </a:ext>
                  </a:extLst>
                </a:gridCol>
                <a:gridCol w="1042253">
                  <a:extLst>
                    <a:ext uri="{9D8B030D-6E8A-4147-A177-3AD203B41FA5}">
                      <a16:colId xmlns:a16="http://schemas.microsoft.com/office/drawing/2014/main" val="323453236"/>
                    </a:ext>
                  </a:extLst>
                </a:gridCol>
                <a:gridCol w="1814253">
                  <a:extLst>
                    <a:ext uri="{9D8B030D-6E8A-4147-A177-3AD203B41FA5}">
                      <a16:colId xmlns:a16="http://schemas.microsoft.com/office/drawing/2014/main" val="480201499"/>
                    </a:ext>
                  </a:extLst>
                </a:gridCol>
              </a:tblGrid>
              <a:tr h="0">
                <a:tc>
                  <a:txBody>
                    <a:bodyPr/>
                    <a:lstStyle/>
                    <a:p>
                      <a:r>
                        <a:rPr lang="en-GB" dirty="0">
                          <a:latin typeface="VT323" panose="020B0604020202020204" charset="0"/>
                        </a:rPr>
                        <a:t>Type</a:t>
                      </a:r>
                    </a:p>
                  </a:txBody>
                  <a:tcPr anchor="ctr"/>
                </a:tc>
                <a:tc>
                  <a:txBody>
                    <a:bodyPr/>
                    <a:lstStyle/>
                    <a:p>
                      <a:r>
                        <a:rPr lang="en-GB" dirty="0">
                          <a:latin typeface="VT323" panose="020B0604020202020204" charset="0"/>
                        </a:rPr>
                        <a:t>Example</a:t>
                      </a:r>
                    </a:p>
                  </a:txBody>
                  <a:tcPr anchor="ctr"/>
                </a:tc>
                <a:tc>
                  <a:txBody>
                    <a:bodyPr/>
                    <a:lstStyle/>
                    <a:p>
                      <a:r>
                        <a:rPr lang="en-GB" dirty="0">
                          <a:latin typeface="VT323" panose="020B0604020202020204" charset="0"/>
                        </a:rPr>
                        <a:t>Description</a:t>
                      </a:r>
                    </a:p>
                  </a:txBody>
                  <a:tcPr anchor="ctr"/>
                </a:tc>
                <a:extLst>
                  <a:ext uri="{0D108BD9-81ED-4DB2-BD59-A6C34878D82A}">
                    <a16:rowId xmlns:a16="http://schemas.microsoft.com/office/drawing/2014/main" val="1757138988"/>
                  </a:ext>
                </a:extLst>
              </a:tr>
              <a:tr h="0">
                <a:tc>
                  <a:txBody>
                    <a:bodyPr/>
                    <a:lstStyle/>
                    <a:p>
                      <a:r>
                        <a:rPr lang="en-GB" sz="1100" b="1" dirty="0">
                          <a:latin typeface="Roboto Mono" panose="020B0604020202020204" charset="0"/>
                          <a:ea typeface="Roboto Mono" panose="020B0604020202020204" charset="0"/>
                        </a:rPr>
                        <a:t>int</a:t>
                      </a:r>
                      <a:endParaRPr lang="en-GB" sz="1100" dirty="0">
                        <a:latin typeface="Roboto Mono" panose="020B0604020202020204" charset="0"/>
                        <a:ea typeface="Roboto Mono" panose="020B0604020202020204" charset="0"/>
                      </a:endParaRPr>
                    </a:p>
                  </a:txBody>
                  <a:tcPr anchor="ctr"/>
                </a:tc>
                <a:tc>
                  <a:txBody>
                    <a:bodyPr/>
                    <a:lstStyle/>
                    <a:p>
                      <a:r>
                        <a:rPr lang="en-GB" sz="1100" dirty="0">
                          <a:latin typeface="Roboto Mono" panose="020B0604020202020204" charset="0"/>
                          <a:ea typeface="Roboto Mono" panose="020B0604020202020204" charset="0"/>
                        </a:rPr>
                        <a:t>x = 10</a:t>
                      </a:r>
                    </a:p>
                  </a:txBody>
                  <a:tcPr anchor="ctr"/>
                </a:tc>
                <a:tc>
                  <a:txBody>
                    <a:bodyPr/>
                    <a:lstStyle/>
                    <a:p>
                      <a:r>
                        <a:rPr lang="en-GB" sz="1100" dirty="0">
                          <a:latin typeface="Roboto Mono" panose="020B0604020202020204" charset="0"/>
                          <a:ea typeface="Roboto Mono" panose="020B0604020202020204" charset="0"/>
                        </a:rPr>
                        <a:t>Integer numbers (no decimals)</a:t>
                      </a:r>
                    </a:p>
                  </a:txBody>
                  <a:tcPr anchor="ctr"/>
                </a:tc>
                <a:extLst>
                  <a:ext uri="{0D108BD9-81ED-4DB2-BD59-A6C34878D82A}">
                    <a16:rowId xmlns:a16="http://schemas.microsoft.com/office/drawing/2014/main" val="818680516"/>
                  </a:ext>
                </a:extLst>
              </a:tr>
              <a:tr h="0">
                <a:tc>
                  <a:txBody>
                    <a:bodyPr/>
                    <a:lstStyle/>
                    <a:p>
                      <a:r>
                        <a:rPr lang="en-GB" sz="1100" b="1" dirty="0">
                          <a:latin typeface="Roboto Mono" panose="020B0604020202020204" charset="0"/>
                          <a:ea typeface="Roboto Mono" panose="020B0604020202020204" charset="0"/>
                        </a:rPr>
                        <a:t>float</a:t>
                      </a:r>
                      <a:endParaRPr lang="en-GB" sz="1100" dirty="0">
                        <a:latin typeface="Roboto Mono" panose="020B0604020202020204" charset="0"/>
                        <a:ea typeface="Roboto Mono" panose="020B0604020202020204" charset="0"/>
                      </a:endParaRPr>
                    </a:p>
                  </a:txBody>
                  <a:tcPr anchor="ctr"/>
                </a:tc>
                <a:tc>
                  <a:txBody>
                    <a:bodyPr/>
                    <a:lstStyle/>
                    <a:p>
                      <a:r>
                        <a:rPr lang="en-GB" sz="1100">
                          <a:latin typeface="Roboto Mono" panose="020B0604020202020204" charset="0"/>
                          <a:ea typeface="Roboto Mono" panose="020B0604020202020204" charset="0"/>
                        </a:rPr>
                        <a:t>y = 3.14</a:t>
                      </a:r>
                    </a:p>
                  </a:txBody>
                  <a:tcPr anchor="ctr"/>
                </a:tc>
                <a:tc>
                  <a:txBody>
                    <a:bodyPr/>
                    <a:lstStyle/>
                    <a:p>
                      <a:r>
                        <a:rPr lang="en-GB" sz="1100" dirty="0">
                          <a:latin typeface="Roboto Mono" panose="020B0604020202020204" charset="0"/>
                          <a:ea typeface="Roboto Mono" panose="020B0604020202020204" charset="0"/>
                        </a:rPr>
                        <a:t>Floating-point numbers (decimals)</a:t>
                      </a:r>
                    </a:p>
                  </a:txBody>
                  <a:tcPr anchor="ctr"/>
                </a:tc>
                <a:extLst>
                  <a:ext uri="{0D108BD9-81ED-4DB2-BD59-A6C34878D82A}">
                    <a16:rowId xmlns:a16="http://schemas.microsoft.com/office/drawing/2014/main" val="3837591937"/>
                  </a:ext>
                </a:extLst>
              </a:tr>
              <a:tr h="0">
                <a:tc>
                  <a:txBody>
                    <a:bodyPr/>
                    <a:lstStyle/>
                    <a:p>
                      <a:r>
                        <a:rPr lang="en-GB" sz="1100" b="1">
                          <a:latin typeface="Roboto Mono" panose="020B0604020202020204" charset="0"/>
                          <a:ea typeface="Roboto Mono" panose="020B0604020202020204" charset="0"/>
                        </a:rPr>
                        <a:t>complex</a:t>
                      </a:r>
                      <a:endParaRPr lang="en-GB" sz="1100">
                        <a:latin typeface="Roboto Mono" panose="020B0604020202020204" charset="0"/>
                        <a:ea typeface="Roboto Mono" panose="020B0604020202020204" charset="0"/>
                      </a:endParaRPr>
                    </a:p>
                  </a:txBody>
                  <a:tcPr anchor="ctr"/>
                </a:tc>
                <a:tc>
                  <a:txBody>
                    <a:bodyPr/>
                    <a:lstStyle/>
                    <a:p>
                      <a:r>
                        <a:rPr lang="en-GB" sz="1100" dirty="0">
                          <a:latin typeface="Roboto Mono" panose="020B0604020202020204" charset="0"/>
                          <a:ea typeface="Roboto Mono" panose="020B0604020202020204" charset="0"/>
                        </a:rPr>
                        <a:t>z = 2 + 3j</a:t>
                      </a:r>
                    </a:p>
                  </a:txBody>
                  <a:tcPr anchor="ctr"/>
                </a:tc>
                <a:tc>
                  <a:txBody>
                    <a:bodyPr/>
                    <a:lstStyle/>
                    <a:p>
                      <a:r>
                        <a:rPr lang="en-GB" sz="1100" dirty="0">
                          <a:latin typeface="Roboto Mono" panose="020B0604020202020204" charset="0"/>
                          <a:ea typeface="Roboto Mono" panose="020B0604020202020204" charset="0"/>
                        </a:rPr>
                        <a:t>Complex numbers with real and imaginary parts</a:t>
                      </a:r>
                    </a:p>
                  </a:txBody>
                  <a:tcPr anchor="ctr"/>
                </a:tc>
                <a:extLst>
                  <a:ext uri="{0D108BD9-81ED-4DB2-BD59-A6C34878D82A}">
                    <a16:rowId xmlns:a16="http://schemas.microsoft.com/office/drawing/2014/main" val="3357017507"/>
                  </a:ext>
                </a:extLst>
              </a:tr>
            </a:tbl>
          </a:graphicData>
        </a:graphic>
      </p:graphicFrame>
      <p:sp>
        <p:nvSpPr>
          <p:cNvPr id="12" name="TextBox 11">
            <a:extLst>
              <a:ext uri="{FF2B5EF4-FFF2-40B4-BE49-F238E27FC236}">
                <a16:creationId xmlns:a16="http://schemas.microsoft.com/office/drawing/2014/main" id="{EA3225FF-5515-4E72-8D0B-B98326ADE877}"/>
              </a:ext>
            </a:extLst>
          </p:cNvPr>
          <p:cNvSpPr txBox="1"/>
          <p:nvPr/>
        </p:nvSpPr>
        <p:spPr>
          <a:xfrm>
            <a:off x="453708" y="1193045"/>
            <a:ext cx="1790700" cy="369332"/>
          </a:xfrm>
          <a:prstGeom prst="rect">
            <a:avLst/>
          </a:prstGeom>
          <a:noFill/>
        </p:spPr>
        <p:txBody>
          <a:bodyPr wrap="square" rtlCol="0">
            <a:spAutoFit/>
          </a:bodyPr>
          <a:lstStyle/>
          <a:p>
            <a:r>
              <a:rPr lang="en-GB" sz="1800" b="1" dirty="0">
                <a:latin typeface="VT323" panose="020B0604020202020204" charset="0"/>
              </a:rPr>
              <a:t>Numeric Types</a:t>
            </a:r>
          </a:p>
        </p:txBody>
      </p:sp>
      <p:graphicFrame>
        <p:nvGraphicFramePr>
          <p:cNvPr id="15" name="Table 14">
            <a:extLst>
              <a:ext uri="{FF2B5EF4-FFF2-40B4-BE49-F238E27FC236}">
                <a16:creationId xmlns:a16="http://schemas.microsoft.com/office/drawing/2014/main" id="{8D303466-7F20-4683-8562-406BF531DC6D}"/>
              </a:ext>
            </a:extLst>
          </p:cNvPr>
          <p:cNvGraphicFramePr>
            <a:graphicFrameLocks noGrp="1"/>
          </p:cNvGraphicFramePr>
          <p:nvPr>
            <p:extLst>
              <p:ext uri="{D42A27DB-BD31-4B8C-83A1-F6EECF244321}">
                <p14:modId xmlns:p14="http://schemas.microsoft.com/office/powerpoint/2010/main" val="1694813616"/>
              </p:ext>
            </p:extLst>
          </p:nvPr>
        </p:nvGraphicFramePr>
        <p:xfrm>
          <a:off x="4632960" y="1383038"/>
          <a:ext cx="3345180" cy="899160"/>
        </p:xfrm>
        <a:graphic>
          <a:graphicData uri="http://schemas.openxmlformats.org/drawingml/2006/table">
            <a:tbl>
              <a:tblPr>
                <a:tableStyleId>{5940675A-B579-460E-94D1-54222C63F5DA}</a:tableStyleId>
              </a:tblPr>
              <a:tblGrid>
                <a:gridCol w="632460">
                  <a:extLst>
                    <a:ext uri="{9D8B030D-6E8A-4147-A177-3AD203B41FA5}">
                      <a16:colId xmlns:a16="http://schemas.microsoft.com/office/drawing/2014/main" val="2551193331"/>
                    </a:ext>
                  </a:extLst>
                </a:gridCol>
                <a:gridCol w="1394460">
                  <a:extLst>
                    <a:ext uri="{9D8B030D-6E8A-4147-A177-3AD203B41FA5}">
                      <a16:colId xmlns:a16="http://schemas.microsoft.com/office/drawing/2014/main" val="3783718999"/>
                    </a:ext>
                  </a:extLst>
                </a:gridCol>
                <a:gridCol w="1318260">
                  <a:extLst>
                    <a:ext uri="{9D8B030D-6E8A-4147-A177-3AD203B41FA5}">
                      <a16:colId xmlns:a16="http://schemas.microsoft.com/office/drawing/2014/main" val="1259244576"/>
                    </a:ext>
                  </a:extLst>
                </a:gridCol>
              </a:tblGrid>
              <a:tr h="0">
                <a:tc>
                  <a:txBody>
                    <a:bodyPr/>
                    <a:lstStyle/>
                    <a:p>
                      <a:r>
                        <a:rPr lang="en-GB" dirty="0">
                          <a:latin typeface="VT323" panose="020B0604020202020204" charset="0"/>
                        </a:rPr>
                        <a:t>Type</a:t>
                      </a:r>
                    </a:p>
                  </a:txBody>
                  <a:tcPr anchor="ctr"/>
                </a:tc>
                <a:tc>
                  <a:txBody>
                    <a:bodyPr/>
                    <a:lstStyle/>
                    <a:p>
                      <a:r>
                        <a:rPr lang="en-GB" dirty="0">
                          <a:latin typeface="VT323" panose="020B0604020202020204" charset="0"/>
                        </a:rPr>
                        <a:t>Example</a:t>
                      </a:r>
                    </a:p>
                  </a:txBody>
                  <a:tcPr anchor="ctr"/>
                </a:tc>
                <a:tc>
                  <a:txBody>
                    <a:bodyPr/>
                    <a:lstStyle/>
                    <a:p>
                      <a:r>
                        <a:rPr lang="en-GB" dirty="0">
                          <a:latin typeface="VT323" panose="020B0604020202020204" charset="0"/>
                        </a:rPr>
                        <a:t>Description</a:t>
                      </a:r>
                    </a:p>
                  </a:txBody>
                  <a:tcPr anchor="ctr"/>
                </a:tc>
                <a:extLst>
                  <a:ext uri="{0D108BD9-81ED-4DB2-BD59-A6C34878D82A}">
                    <a16:rowId xmlns:a16="http://schemas.microsoft.com/office/drawing/2014/main" val="2042727227"/>
                  </a:ext>
                </a:extLst>
              </a:tr>
              <a:tr h="0">
                <a:tc>
                  <a:txBody>
                    <a:bodyPr/>
                    <a:lstStyle/>
                    <a:p>
                      <a:r>
                        <a:rPr lang="en-GB" sz="1100" b="1" dirty="0">
                          <a:latin typeface="Roboto Mono" panose="020B0604020202020204" charset="0"/>
                          <a:ea typeface="Roboto Mono" panose="020B0604020202020204" charset="0"/>
                        </a:rPr>
                        <a:t>str</a:t>
                      </a:r>
                      <a:endParaRPr lang="en-GB" sz="1100" dirty="0">
                        <a:latin typeface="Roboto Mono" panose="020B0604020202020204" charset="0"/>
                        <a:ea typeface="Roboto Mono" panose="020B0604020202020204" charset="0"/>
                      </a:endParaRPr>
                    </a:p>
                  </a:txBody>
                  <a:tcPr anchor="ctr"/>
                </a:tc>
                <a:tc>
                  <a:txBody>
                    <a:bodyPr/>
                    <a:lstStyle/>
                    <a:p>
                      <a:r>
                        <a:rPr lang="en-GB" sz="1100" dirty="0">
                          <a:latin typeface="Roboto Mono" panose="020B0604020202020204" charset="0"/>
                          <a:ea typeface="Roboto Mono" panose="020B0604020202020204" charset="0"/>
                        </a:rPr>
                        <a:t>name = "Alice"</a:t>
                      </a:r>
                    </a:p>
                  </a:txBody>
                  <a:tcPr anchor="ctr"/>
                </a:tc>
                <a:tc>
                  <a:txBody>
                    <a:bodyPr/>
                    <a:lstStyle/>
                    <a:p>
                      <a:r>
                        <a:rPr lang="en-GB" sz="1100" dirty="0">
                          <a:latin typeface="Roboto Mono" panose="020B0604020202020204" charset="0"/>
                          <a:ea typeface="Roboto Mono" panose="020B0604020202020204" charset="0"/>
                        </a:rPr>
                        <a:t>Sequence of characters (text)</a:t>
                      </a:r>
                    </a:p>
                  </a:txBody>
                  <a:tcPr anchor="ctr"/>
                </a:tc>
                <a:extLst>
                  <a:ext uri="{0D108BD9-81ED-4DB2-BD59-A6C34878D82A}">
                    <a16:rowId xmlns:a16="http://schemas.microsoft.com/office/drawing/2014/main" val="675994201"/>
                  </a:ext>
                </a:extLst>
              </a:tr>
            </a:tbl>
          </a:graphicData>
        </a:graphic>
      </p:graphicFrame>
      <p:sp>
        <p:nvSpPr>
          <p:cNvPr id="18" name="TextBox 17">
            <a:extLst>
              <a:ext uri="{FF2B5EF4-FFF2-40B4-BE49-F238E27FC236}">
                <a16:creationId xmlns:a16="http://schemas.microsoft.com/office/drawing/2014/main" id="{26FC5A69-56B8-4EC6-9602-39ECD63E06E6}"/>
              </a:ext>
            </a:extLst>
          </p:cNvPr>
          <p:cNvSpPr txBox="1"/>
          <p:nvPr/>
        </p:nvSpPr>
        <p:spPr>
          <a:xfrm>
            <a:off x="4572000" y="989773"/>
            <a:ext cx="1790700" cy="369332"/>
          </a:xfrm>
          <a:prstGeom prst="rect">
            <a:avLst/>
          </a:prstGeom>
          <a:noFill/>
        </p:spPr>
        <p:txBody>
          <a:bodyPr wrap="square" rtlCol="0">
            <a:spAutoFit/>
          </a:bodyPr>
          <a:lstStyle/>
          <a:p>
            <a:r>
              <a:rPr lang="en-GB" sz="1800" b="1" dirty="0">
                <a:latin typeface="VT323" panose="020B0604020202020204" charset="0"/>
              </a:rPr>
              <a:t>Text Type</a:t>
            </a:r>
          </a:p>
        </p:txBody>
      </p:sp>
      <p:sp>
        <p:nvSpPr>
          <p:cNvPr id="19" name="TextBox 18">
            <a:extLst>
              <a:ext uri="{FF2B5EF4-FFF2-40B4-BE49-F238E27FC236}">
                <a16:creationId xmlns:a16="http://schemas.microsoft.com/office/drawing/2014/main" id="{D5321A8F-0130-4E59-916D-B41717900B53}"/>
              </a:ext>
            </a:extLst>
          </p:cNvPr>
          <p:cNvSpPr txBox="1"/>
          <p:nvPr/>
        </p:nvSpPr>
        <p:spPr>
          <a:xfrm>
            <a:off x="4632960" y="2282198"/>
            <a:ext cx="1790700" cy="369332"/>
          </a:xfrm>
          <a:prstGeom prst="rect">
            <a:avLst/>
          </a:prstGeom>
          <a:noFill/>
        </p:spPr>
        <p:txBody>
          <a:bodyPr wrap="square" rtlCol="0">
            <a:spAutoFit/>
          </a:bodyPr>
          <a:lstStyle/>
          <a:p>
            <a:r>
              <a:rPr lang="en-GB" sz="1800" b="1" dirty="0">
                <a:latin typeface="VT323" panose="020B0604020202020204" charset="0"/>
              </a:rPr>
              <a:t>Boolean Type</a:t>
            </a:r>
          </a:p>
        </p:txBody>
      </p:sp>
      <p:graphicFrame>
        <p:nvGraphicFramePr>
          <p:cNvPr id="16" name="Table 15">
            <a:extLst>
              <a:ext uri="{FF2B5EF4-FFF2-40B4-BE49-F238E27FC236}">
                <a16:creationId xmlns:a16="http://schemas.microsoft.com/office/drawing/2014/main" id="{57C0761C-A226-451C-B1D1-8C4DD2465ABF}"/>
              </a:ext>
            </a:extLst>
          </p:cNvPr>
          <p:cNvGraphicFramePr>
            <a:graphicFrameLocks noGrp="1"/>
          </p:cNvGraphicFramePr>
          <p:nvPr>
            <p:extLst>
              <p:ext uri="{D42A27DB-BD31-4B8C-83A1-F6EECF244321}">
                <p14:modId xmlns:p14="http://schemas.microsoft.com/office/powerpoint/2010/main" val="3222847317"/>
              </p:ext>
            </p:extLst>
          </p:nvPr>
        </p:nvGraphicFramePr>
        <p:xfrm>
          <a:off x="4714239" y="2684106"/>
          <a:ext cx="3015456" cy="563880"/>
        </p:xfrm>
        <a:graphic>
          <a:graphicData uri="http://schemas.openxmlformats.org/drawingml/2006/table">
            <a:tbl>
              <a:tblPr>
                <a:tableStyleId>{5940675A-B579-460E-94D1-54222C63F5DA}</a:tableStyleId>
              </a:tblPr>
              <a:tblGrid>
                <a:gridCol w="558372">
                  <a:extLst>
                    <a:ext uri="{9D8B030D-6E8A-4147-A177-3AD203B41FA5}">
                      <a16:colId xmlns:a16="http://schemas.microsoft.com/office/drawing/2014/main" val="2086539287"/>
                    </a:ext>
                  </a:extLst>
                </a:gridCol>
                <a:gridCol w="990600">
                  <a:extLst>
                    <a:ext uri="{9D8B030D-6E8A-4147-A177-3AD203B41FA5}">
                      <a16:colId xmlns:a16="http://schemas.microsoft.com/office/drawing/2014/main" val="4148823875"/>
                    </a:ext>
                  </a:extLst>
                </a:gridCol>
                <a:gridCol w="1466484">
                  <a:extLst>
                    <a:ext uri="{9D8B030D-6E8A-4147-A177-3AD203B41FA5}">
                      <a16:colId xmlns:a16="http://schemas.microsoft.com/office/drawing/2014/main" val="947228223"/>
                    </a:ext>
                  </a:extLst>
                </a:gridCol>
              </a:tblGrid>
              <a:tr h="0">
                <a:tc>
                  <a:txBody>
                    <a:bodyPr/>
                    <a:lstStyle/>
                    <a:p>
                      <a:r>
                        <a:rPr lang="en-GB" dirty="0">
                          <a:latin typeface="VT323" panose="020B0604020202020204" charset="0"/>
                        </a:rPr>
                        <a:t>Type</a:t>
                      </a:r>
                    </a:p>
                  </a:txBody>
                  <a:tcPr anchor="ctr"/>
                </a:tc>
                <a:tc>
                  <a:txBody>
                    <a:bodyPr/>
                    <a:lstStyle/>
                    <a:p>
                      <a:r>
                        <a:rPr lang="en-GB" dirty="0">
                          <a:latin typeface="VT323" panose="020B0604020202020204" charset="0"/>
                        </a:rPr>
                        <a:t>Example</a:t>
                      </a:r>
                    </a:p>
                  </a:txBody>
                  <a:tcPr anchor="ctr"/>
                </a:tc>
                <a:tc>
                  <a:txBody>
                    <a:bodyPr/>
                    <a:lstStyle/>
                    <a:p>
                      <a:r>
                        <a:rPr lang="en-GB" dirty="0">
                          <a:latin typeface="VT323" panose="020B0604020202020204" charset="0"/>
                        </a:rPr>
                        <a:t>Description</a:t>
                      </a:r>
                    </a:p>
                  </a:txBody>
                  <a:tcPr anchor="ctr"/>
                </a:tc>
                <a:extLst>
                  <a:ext uri="{0D108BD9-81ED-4DB2-BD59-A6C34878D82A}">
                    <a16:rowId xmlns:a16="http://schemas.microsoft.com/office/drawing/2014/main" val="3898925344"/>
                  </a:ext>
                </a:extLst>
              </a:tr>
              <a:tr h="0">
                <a:tc>
                  <a:txBody>
                    <a:bodyPr/>
                    <a:lstStyle/>
                    <a:p>
                      <a:r>
                        <a:rPr lang="en-GB" sz="1100" b="1" dirty="0"/>
                        <a:t>bool</a:t>
                      </a:r>
                      <a:endParaRPr lang="en-GB" sz="1100" dirty="0"/>
                    </a:p>
                  </a:txBody>
                  <a:tcPr anchor="ctr"/>
                </a:tc>
                <a:tc>
                  <a:txBody>
                    <a:bodyPr/>
                    <a:lstStyle/>
                    <a:p>
                      <a:r>
                        <a:rPr lang="en-GB" sz="1100" dirty="0"/>
                        <a:t>flag = True</a:t>
                      </a:r>
                    </a:p>
                  </a:txBody>
                  <a:tcPr anchor="ctr"/>
                </a:tc>
                <a:tc>
                  <a:txBody>
                    <a:bodyPr/>
                    <a:lstStyle/>
                    <a:p>
                      <a:r>
                        <a:rPr lang="en-GB" sz="1100" dirty="0"/>
                        <a:t>True or False values</a:t>
                      </a:r>
                    </a:p>
                  </a:txBody>
                  <a:tcPr anchor="ctr"/>
                </a:tc>
                <a:extLst>
                  <a:ext uri="{0D108BD9-81ED-4DB2-BD59-A6C34878D82A}">
                    <a16:rowId xmlns:a16="http://schemas.microsoft.com/office/drawing/2014/main" val="2901890242"/>
                  </a:ext>
                </a:extLst>
              </a:tr>
            </a:tbl>
          </a:graphicData>
        </a:graphic>
      </p:graphicFrame>
      <p:sp>
        <p:nvSpPr>
          <p:cNvPr id="21" name="TextBox 20">
            <a:extLst>
              <a:ext uri="{FF2B5EF4-FFF2-40B4-BE49-F238E27FC236}">
                <a16:creationId xmlns:a16="http://schemas.microsoft.com/office/drawing/2014/main" id="{9B0F4FB2-91F3-45F6-B218-1D3974259E00}"/>
              </a:ext>
            </a:extLst>
          </p:cNvPr>
          <p:cNvSpPr txBox="1"/>
          <p:nvPr/>
        </p:nvSpPr>
        <p:spPr>
          <a:xfrm>
            <a:off x="453708" y="3281965"/>
            <a:ext cx="1790700" cy="369332"/>
          </a:xfrm>
          <a:prstGeom prst="rect">
            <a:avLst/>
          </a:prstGeom>
          <a:noFill/>
        </p:spPr>
        <p:txBody>
          <a:bodyPr wrap="square" rtlCol="0">
            <a:spAutoFit/>
          </a:bodyPr>
          <a:lstStyle/>
          <a:p>
            <a:r>
              <a:rPr lang="en-GB" sz="1800" b="1" dirty="0">
                <a:latin typeface="VT323" panose="020B0604020202020204" charset="0"/>
              </a:rPr>
              <a:t>Sequence Types</a:t>
            </a:r>
          </a:p>
        </p:txBody>
      </p:sp>
      <p:graphicFrame>
        <p:nvGraphicFramePr>
          <p:cNvPr id="22" name="Table 21">
            <a:extLst>
              <a:ext uri="{FF2B5EF4-FFF2-40B4-BE49-F238E27FC236}">
                <a16:creationId xmlns:a16="http://schemas.microsoft.com/office/drawing/2014/main" id="{F84681BC-F0CD-4362-9BA6-BE6E4DE4B5EB}"/>
              </a:ext>
            </a:extLst>
          </p:cNvPr>
          <p:cNvGraphicFramePr>
            <a:graphicFrameLocks noGrp="1"/>
          </p:cNvGraphicFramePr>
          <p:nvPr>
            <p:extLst>
              <p:ext uri="{D42A27DB-BD31-4B8C-83A1-F6EECF244321}">
                <p14:modId xmlns:p14="http://schemas.microsoft.com/office/powerpoint/2010/main" val="2549150594"/>
              </p:ext>
            </p:extLst>
          </p:nvPr>
        </p:nvGraphicFramePr>
        <p:xfrm>
          <a:off x="4555821" y="3925659"/>
          <a:ext cx="3598195" cy="502920"/>
        </p:xfrm>
        <a:graphic>
          <a:graphicData uri="http://schemas.openxmlformats.org/drawingml/2006/table">
            <a:tbl>
              <a:tblPr>
                <a:tableStyleId>{5940675A-B579-460E-94D1-54222C63F5DA}</a:tableStyleId>
              </a:tblPr>
              <a:tblGrid>
                <a:gridCol w="775017">
                  <a:extLst>
                    <a:ext uri="{9D8B030D-6E8A-4147-A177-3AD203B41FA5}">
                      <a16:colId xmlns:a16="http://schemas.microsoft.com/office/drawing/2014/main" val="4106949026"/>
                    </a:ext>
                  </a:extLst>
                </a:gridCol>
                <a:gridCol w="2823178">
                  <a:extLst>
                    <a:ext uri="{9D8B030D-6E8A-4147-A177-3AD203B41FA5}">
                      <a16:colId xmlns:a16="http://schemas.microsoft.com/office/drawing/2014/main" val="525802448"/>
                    </a:ext>
                  </a:extLst>
                </a:gridCol>
              </a:tblGrid>
              <a:tr h="0">
                <a:tc>
                  <a:txBody>
                    <a:bodyPr/>
                    <a:lstStyle/>
                    <a:p>
                      <a:r>
                        <a:rPr lang="en-GB" sz="1100" dirty="0">
                          <a:latin typeface="VT323" panose="020B0604020202020204" charset="0"/>
                          <a:ea typeface="Roboto Mono" panose="020B0604020202020204" charset="0"/>
                        </a:rPr>
                        <a:t>Type</a:t>
                      </a:r>
                    </a:p>
                  </a:txBody>
                  <a:tcPr anchor="ctr"/>
                </a:tc>
                <a:tc>
                  <a:txBody>
                    <a:bodyPr/>
                    <a:lstStyle/>
                    <a:p>
                      <a:r>
                        <a:rPr lang="en-GB" sz="1100" dirty="0">
                          <a:latin typeface="VT323" panose="020B0604020202020204" charset="0"/>
                          <a:ea typeface="Roboto Mono" panose="020B0604020202020204" charset="0"/>
                        </a:rPr>
                        <a:t>Example</a:t>
                      </a:r>
                    </a:p>
                  </a:txBody>
                  <a:tcPr anchor="ctr"/>
                </a:tc>
                <a:extLst>
                  <a:ext uri="{0D108BD9-81ED-4DB2-BD59-A6C34878D82A}">
                    <a16:rowId xmlns:a16="http://schemas.microsoft.com/office/drawing/2014/main" val="3968823675"/>
                  </a:ext>
                </a:extLst>
              </a:tr>
              <a:tr h="0">
                <a:tc>
                  <a:txBody>
                    <a:bodyPr/>
                    <a:lstStyle/>
                    <a:p>
                      <a:r>
                        <a:rPr lang="en-GB" sz="900" b="1" dirty="0" err="1">
                          <a:latin typeface="Roboto Mono" panose="020B0604020202020204" charset="0"/>
                          <a:ea typeface="Roboto Mono" panose="020B0604020202020204" charset="0"/>
                        </a:rPr>
                        <a:t>dict</a:t>
                      </a:r>
                      <a:endParaRPr lang="en-GB" sz="900" dirty="0">
                        <a:latin typeface="Roboto Mono" panose="020B0604020202020204" charset="0"/>
                        <a:ea typeface="Roboto Mono" panose="020B0604020202020204" charset="0"/>
                      </a:endParaRPr>
                    </a:p>
                  </a:txBody>
                  <a:tcPr anchor="ctr"/>
                </a:tc>
                <a:tc>
                  <a:txBody>
                    <a:bodyPr/>
                    <a:lstStyle/>
                    <a:p>
                      <a:r>
                        <a:rPr lang="en-GB" sz="1000" dirty="0">
                          <a:latin typeface="Roboto Mono" panose="020B0604020202020204" charset="0"/>
                          <a:ea typeface="Roboto Mono" panose="020B0604020202020204" charset="0"/>
                        </a:rPr>
                        <a:t>d = {"</a:t>
                      </a:r>
                      <a:r>
                        <a:rPr lang="en-GB" sz="1000" dirty="0" err="1">
                          <a:latin typeface="Roboto Mono" panose="020B0604020202020204" charset="0"/>
                          <a:ea typeface="Roboto Mono" panose="020B0604020202020204" charset="0"/>
                        </a:rPr>
                        <a:t>name":"Alice</a:t>
                      </a:r>
                      <a:r>
                        <a:rPr lang="en-GB" sz="1000" dirty="0">
                          <a:latin typeface="Roboto Mono" panose="020B0604020202020204" charset="0"/>
                          <a:ea typeface="Roboto Mono" panose="020B0604020202020204" charset="0"/>
                        </a:rPr>
                        <a:t>", "age":25}</a:t>
                      </a:r>
                    </a:p>
                  </a:txBody>
                  <a:tcPr anchor="ctr"/>
                </a:tc>
                <a:extLst>
                  <a:ext uri="{0D108BD9-81ED-4DB2-BD59-A6C34878D82A}">
                    <a16:rowId xmlns:a16="http://schemas.microsoft.com/office/drawing/2014/main" val="2711708028"/>
                  </a:ext>
                </a:extLst>
              </a:tr>
            </a:tbl>
          </a:graphicData>
        </a:graphic>
      </p:graphicFrame>
      <p:graphicFrame>
        <p:nvGraphicFramePr>
          <p:cNvPr id="23" name="Table 22">
            <a:extLst>
              <a:ext uri="{FF2B5EF4-FFF2-40B4-BE49-F238E27FC236}">
                <a16:creationId xmlns:a16="http://schemas.microsoft.com/office/drawing/2014/main" id="{4C65CA0F-C5DF-4987-B368-150E5365DF77}"/>
              </a:ext>
            </a:extLst>
          </p:cNvPr>
          <p:cNvGraphicFramePr>
            <a:graphicFrameLocks noGrp="1"/>
          </p:cNvGraphicFramePr>
          <p:nvPr>
            <p:extLst>
              <p:ext uri="{D42A27DB-BD31-4B8C-83A1-F6EECF244321}">
                <p14:modId xmlns:p14="http://schemas.microsoft.com/office/powerpoint/2010/main" val="4285265234"/>
              </p:ext>
            </p:extLst>
          </p:nvPr>
        </p:nvGraphicFramePr>
        <p:xfrm>
          <a:off x="349092" y="3621706"/>
          <a:ext cx="2965376" cy="1082040"/>
        </p:xfrm>
        <a:graphic>
          <a:graphicData uri="http://schemas.openxmlformats.org/drawingml/2006/table">
            <a:tbl>
              <a:tblPr>
                <a:tableStyleId>{5940675A-B579-460E-94D1-54222C63F5DA}</a:tableStyleId>
              </a:tblPr>
              <a:tblGrid>
                <a:gridCol w="1482688">
                  <a:extLst>
                    <a:ext uri="{9D8B030D-6E8A-4147-A177-3AD203B41FA5}">
                      <a16:colId xmlns:a16="http://schemas.microsoft.com/office/drawing/2014/main" val="4038416962"/>
                    </a:ext>
                  </a:extLst>
                </a:gridCol>
                <a:gridCol w="1482688">
                  <a:extLst>
                    <a:ext uri="{9D8B030D-6E8A-4147-A177-3AD203B41FA5}">
                      <a16:colId xmlns:a16="http://schemas.microsoft.com/office/drawing/2014/main" val="2672179911"/>
                    </a:ext>
                  </a:extLst>
                </a:gridCol>
              </a:tblGrid>
              <a:tr h="180112">
                <a:tc>
                  <a:txBody>
                    <a:bodyPr/>
                    <a:lstStyle/>
                    <a:p>
                      <a:r>
                        <a:rPr lang="en-GB" dirty="0">
                          <a:latin typeface="VT323" panose="020B0604020202020204" charset="0"/>
                        </a:rPr>
                        <a:t>Type</a:t>
                      </a:r>
                    </a:p>
                  </a:txBody>
                  <a:tcPr anchor="ctr"/>
                </a:tc>
                <a:tc>
                  <a:txBody>
                    <a:bodyPr/>
                    <a:lstStyle/>
                    <a:p>
                      <a:r>
                        <a:rPr lang="en-GB" dirty="0">
                          <a:latin typeface="VT323" panose="020B0604020202020204" charset="0"/>
                        </a:rPr>
                        <a:t>Example</a:t>
                      </a:r>
                    </a:p>
                  </a:txBody>
                  <a:tcPr anchor="ctr"/>
                </a:tc>
                <a:extLst>
                  <a:ext uri="{0D108BD9-81ED-4DB2-BD59-A6C34878D82A}">
                    <a16:rowId xmlns:a16="http://schemas.microsoft.com/office/drawing/2014/main" val="1814588150"/>
                  </a:ext>
                </a:extLst>
              </a:tr>
              <a:tr h="117402">
                <a:tc>
                  <a:txBody>
                    <a:bodyPr/>
                    <a:lstStyle/>
                    <a:p>
                      <a:r>
                        <a:rPr lang="en-GB" sz="1100" b="1">
                          <a:latin typeface="Roboto Mono" panose="020B0604020202020204" charset="0"/>
                          <a:ea typeface="Roboto Mono" panose="020B0604020202020204" charset="0"/>
                        </a:rPr>
                        <a:t>list</a:t>
                      </a:r>
                      <a:endParaRPr lang="en-GB" sz="1100">
                        <a:latin typeface="Roboto Mono" panose="020B0604020202020204" charset="0"/>
                        <a:ea typeface="Roboto Mono" panose="020B0604020202020204" charset="0"/>
                      </a:endParaRPr>
                    </a:p>
                  </a:txBody>
                  <a:tcPr anchor="ctr"/>
                </a:tc>
                <a:tc>
                  <a:txBody>
                    <a:bodyPr/>
                    <a:lstStyle/>
                    <a:p>
                      <a:r>
                        <a:rPr lang="en-GB" sz="1100">
                          <a:latin typeface="Roboto Mono" panose="020B0604020202020204" charset="0"/>
                          <a:ea typeface="Roboto Mono" panose="020B0604020202020204" charset="0"/>
                        </a:rPr>
                        <a:t>lst = [1, 2, 3]</a:t>
                      </a:r>
                    </a:p>
                  </a:txBody>
                  <a:tcPr anchor="ctr"/>
                </a:tc>
                <a:extLst>
                  <a:ext uri="{0D108BD9-81ED-4DB2-BD59-A6C34878D82A}">
                    <a16:rowId xmlns:a16="http://schemas.microsoft.com/office/drawing/2014/main" val="3878615540"/>
                  </a:ext>
                </a:extLst>
              </a:tr>
              <a:tr h="215228">
                <a:tc>
                  <a:txBody>
                    <a:bodyPr/>
                    <a:lstStyle/>
                    <a:p>
                      <a:r>
                        <a:rPr lang="en-GB" sz="1100" b="1">
                          <a:latin typeface="Roboto Mono" panose="020B0604020202020204" charset="0"/>
                          <a:ea typeface="Roboto Mono" panose="020B0604020202020204" charset="0"/>
                        </a:rPr>
                        <a:t>tuple</a:t>
                      </a:r>
                      <a:endParaRPr lang="en-GB" sz="1100">
                        <a:latin typeface="Roboto Mono" panose="020B0604020202020204" charset="0"/>
                        <a:ea typeface="Roboto Mono" panose="020B0604020202020204" charset="0"/>
                      </a:endParaRPr>
                    </a:p>
                  </a:txBody>
                  <a:tcPr anchor="ctr"/>
                </a:tc>
                <a:tc>
                  <a:txBody>
                    <a:bodyPr/>
                    <a:lstStyle/>
                    <a:p>
                      <a:r>
                        <a:rPr lang="en-GB" sz="1100">
                          <a:latin typeface="Roboto Mono" panose="020B0604020202020204" charset="0"/>
                          <a:ea typeface="Roboto Mono" panose="020B0604020202020204" charset="0"/>
                        </a:rPr>
                        <a:t>tup = (1, 2, 3)</a:t>
                      </a:r>
                    </a:p>
                  </a:txBody>
                  <a:tcPr anchor="ctr"/>
                </a:tc>
                <a:extLst>
                  <a:ext uri="{0D108BD9-81ED-4DB2-BD59-A6C34878D82A}">
                    <a16:rowId xmlns:a16="http://schemas.microsoft.com/office/drawing/2014/main" val="4188705351"/>
                  </a:ext>
                </a:extLst>
              </a:tr>
              <a:tr h="215228">
                <a:tc>
                  <a:txBody>
                    <a:bodyPr/>
                    <a:lstStyle/>
                    <a:p>
                      <a:r>
                        <a:rPr lang="en-GB" sz="1100" b="1">
                          <a:latin typeface="Roboto Mono" panose="020B0604020202020204" charset="0"/>
                          <a:ea typeface="Roboto Mono" panose="020B0604020202020204" charset="0"/>
                        </a:rPr>
                        <a:t>range</a:t>
                      </a:r>
                      <a:endParaRPr lang="en-GB" sz="1100">
                        <a:latin typeface="Roboto Mono" panose="020B0604020202020204" charset="0"/>
                        <a:ea typeface="Roboto Mono" panose="020B0604020202020204" charset="0"/>
                      </a:endParaRPr>
                    </a:p>
                  </a:txBody>
                  <a:tcPr anchor="ctr"/>
                </a:tc>
                <a:tc>
                  <a:txBody>
                    <a:bodyPr/>
                    <a:lstStyle/>
                    <a:p>
                      <a:r>
                        <a:rPr lang="en-GB" sz="1100" dirty="0">
                          <a:latin typeface="Roboto Mono" panose="020B0604020202020204" charset="0"/>
                          <a:ea typeface="Roboto Mono" panose="020B0604020202020204" charset="0"/>
                        </a:rPr>
                        <a:t>r = range(5)</a:t>
                      </a:r>
                    </a:p>
                  </a:txBody>
                  <a:tcPr anchor="ctr"/>
                </a:tc>
                <a:extLst>
                  <a:ext uri="{0D108BD9-81ED-4DB2-BD59-A6C34878D82A}">
                    <a16:rowId xmlns:a16="http://schemas.microsoft.com/office/drawing/2014/main" val="601528587"/>
                  </a:ext>
                </a:extLst>
              </a:tr>
            </a:tbl>
          </a:graphicData>
        </a:graphic>
      </p:graphicFrame>
      <p:sp>
        <p:nvSpPr>
          <p:cNvPr id="26" name="TextBox 25">
            <a:extLst>
              <a:ext uri="{FF2B5EF4-FFF2-40B4-BE49-F238E27FC236}">
                <a16:creationId xmlns:a16="http://schemas.microsoft.com/office/drawing/2014/main" id="{BD2A7009-94A2-4F47-B6D8-6B268DDF98D9}"/>
              </a:ext>
            </a:extLst>
          </p:cNvPr>
          <p:cNvSpPr txBox="1"/>
          <p:nvPr/>
        </p:nvSpPr>
        <p:spPr>
          <a:xfrm>
            <a:off x="4491539" y="3510952"/>
            <a:ext cx="1790700" cy="369332"/>
          </a:xfrm>
          <a:prstGeom prst="rect">
            <a:avLst/>
          </a:prstGeom>
          <a:noFill/>
        </p:spPr>
        <p:txBody>
          <a:bodyPr wrap="square" rtlCol="0">
            <a:spAutoFit/>
          </a:bodyPr>
          <a:lstStyle/>
          <a:p>
            <a:r>
              <a:rPr lang="en-GB" sz="1800" b="1" dirty="0">
                <a:latin typeface="VT323" panose="020B0604020202020204" charset="0"/>
              </a:rPr>
              <a:t>Mapping Types</a:t>
            </a:r>
          </a:p>
        </p:txBody>
      </p:sp>
    </p:spTree>
    <p:extLst>
      <p:ext uri="{BB962C8B-B14F-4D97-AF65-F5344CB8AC3E}">
        <p14:creationId xmlns:p14="http://schemas.microsoft.com/office/powerpoint/2010/main" val="4159316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pic>
        <p:nvPicPr>
          <p:cNvPr id="259" name="Google Shape;259;p32"/>
          <p:cNvPicPr preferRelativeResize="0">
            <a:picLocks noGrp="1"/>
          </p:cNvPicPr>
          <p:nvPr>
            <p:ph type="pic" idx="3"/>
          </p:nvPr>
        </p:nvPicPr>
        <p:blipFill rotWithShape="1">
          <a:blip r:embed="rId3"/>
          <a:srcRect l="-2" t="-14422" r="-6" b="2112"/>
          <a:stretch/>
        </p:blipFill>
        <p:spPr>
          <a:xfrm>
            <a:off x="6386650" y="947025"/>
            <a:ext cx="2107500" cy="2067599"/>
          </a:xfrm>
          <a:prstGeom prst="rect">
            <a:avLst/>
          </a:prstGeom>
        </p:spPr>
      </p:pic>
      <p:sp>
        <p:nvSpPr>
          <p:cNvPr id="260" name="Google Shape;260;p32"/>
          <p:cNvSpPr txBox="1">
            <a:spLocks noGrp="1"/>
          </p:cNvSpPr>
          <p:nvPr>
            <p:ph type="subTitle" idx="1"/>
          </p:nvPr>
        </p:nvSpPr>
        <p:spPr>
          <a:xfrm>
            <a:off x="3465325" y="3918575"/>
            <a:ext cx="5174400" cy="662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Methods, attributes, functions, etc</a:t>
            </a:r>
            <a:endParaRPr dirty="0"/>
          </a:p>
        </p:txBody>
      </p:sp>
      <p:sp>
        <p:nvSpPr>
          <p:cNvPr id="261" name="Google Shape;261;p32"/>
          <p:cNvSpPr txBox="1">
            <a:spLocks noGrp="1"/>
          </p:cNvSpPr>
          <p:nvPr>
            <p:ph type="title"/>
          </p:nvPr>
        </p:nvSpPr>
        <p:spPr>
          <a:xfrm>
            <a:off x="1860500" y="1532500"/>
            <a:ext cx="3459000" cy="1521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Python Terms</a:t>
            </a:r>
            <a:endParaRPr dirty="0"/>
          </a:p>
        </p:txBody>
      </p:sp>
      <p:sp>
        <p:nvSpPr>
          <p:cNvPr id="262" name="Google Shape;262;p32"/>
          <p:cNvSpPr txBox="1">
            <a:spLocks noGrp="1"/>
          </p:cNvSpPr>
          <p:nvPr>
            <p:ph type="title" idx="2"/>
          </p:nvPr>
        </p:nvSpPr>
        <p:spPr>
          <a:xfrm>
            <a:off x="779673" y="1910725"/>
            <a:ext cx="778200" cy="764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04</a:t>
            </a:r>
            <a:endParaRPr dirty="0"/>
          </a:p>
        </p:txBody>
      </p:sp>
      <p:grpSp>
        <p:nvGrpSpPr>
          <p:cNvPr id="263" name="Google Shape;263;p32"/>
          <p:cNvGrpSpPr/>
          <p:nvPr/>
        </p:nvGrpSpPr>
        <p:grpSpPr>
          <a:xfrm>
            <a:off x="6386650" y="947025"/>
            <a:ext cx="2107351" cy="265500"/>
            <a:chOff x="6386650" y="947025"/>
            <a:chExt cx="2107351" cy="265500"/>
          </a:xfrm>
        </p:grpSpPr>
        <p:pic>
          <p:nvPicPr>
            <p:cNvPr id="264" name="Google Shape;264;p32" title="Sin título-2.png"/>
            <p:cNvPicPr preferRelativeResize="0"/>
            <p:nvPr/>
          </p:nvPicPr>
          <p:blipFill rotWithShape="1">
            <a:blip r:embed="rId4">
              <a:alphaModFix/>
            </a:blip>
            <a:srcRect l="71706"/>
            <a:stretch/>
          </p:blipFill>
          <p:spPr>
            <a:xfrm>
              <a:off x="6386650" y="947025"/>
              <a:ext cx="2107351" cy="265500"/>
            </a:xfrm>
            <a:prstGeom prst="rect">
              <a:avLst/>
            </a:prstGeom>
            <a:noFill/>
            <a:ln>
              <a:noFill/>
            </a:ln>
          </p:spPr>
        </p:pic>
        <p:pic>
          <p:nvPicPr>
            <p:cNvPr id="265" name="Google Shape;265;p32" title="Sin título-2.png"/>
            <p:cNvPicPr preferRelativeResize="0"/>
            <p:nvPr/>
          </p:nvPicPr>
          <p:blipFill rotWithShape="1">
            <a:blip r:embed="rId4">
              <a:alphaModFix/>
            </a:blip>
            <a:srcRect l="71706"/>
            <a:stretch/>
          </p:blipFill>
          <p:spPr>
            <a:xfrm>
              <a:off x="6386650" y="947025"/>
              <a:ext cx="2107351" cy="265500"/>
            </a:xfrm>
            <a:prstGeom prst="rect">
              <a:avLst/>
            </a:prstGeom>
            <a:noFill/>
            <a:ln>
              <a:noFill/>
            </a:ln>
          </p:spPr>
        </p:pic>
      </p:grpSp>
    </p:spTree>
    <p:extLst>
      <p:ext uri="{BB962C8B-B14F-4D97-AF65-F5344CB8AC3E}">
        <p14:creationId xmlns:p14="http://schemas.microsoft.com/office/powerpoint/2010/main" val="10165686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33"/>
          <p:cNvSpPr txBox="1">
            <a:spLocks noGrp="1"/>
          </p:cNvSpPr>
          <p:nvPr>
            <p:ph type="title"/>
          </p:nvPr>
        </p:nvSpPr>
        <p:spPr>
          <a:xfrm>
            <a:off x="524630" y="695834"/>
            <a:ext cx="7866600" cy="698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Python Terms</a:t>
            </a:r>
            <a:endParaRPr dirty="0"/>
          </a:p>
        </p:txBody>
      </p:sp>
      <p:graphicFrame>
        <p:nvGraphicFramePr>
          <p:cNvPr id="6" name="Table 5">
            <a:extLst>
              <a:ext uri="{FF2B5EF4-FFF2-40B4-BE49-F238E27FC236}">
                <a16:creationId xmlns:a16="http://schemas.microsoft.com/office/drawing/2014/main" id="{9E7B243C-A990-42EC-BFFC-145B43BF7E70}"/>
              </a:ext>
            </a:extLst>
          </p:cNvPr>
          <p:cNvGraphicFramePr>
            <a:graphicFrameLocks noGrp="1"/>
          </p:cNvGraphicFramePr>
          <p:nvPr/>
        </p:nvGraphicFramePr>
        <p:xfrm>
          <a:off x="524630" y="1531409"/>
          <a:ext cx="7718424" cy="2316480"/>
        </p:xfrm>
        <a:graphic>
          <a:graphicData uri="http://schemas.openxmlformats.org/drawingml/2006/table">
            <a:tbl>
              <a:tblPr>
                <a:tableStyleId>{5940675A-B579-460E-94D1-54222C63F5DA}</a:tableStyleId>
              </a:tblPr>
              <a:tblGrid>
                <a:gridCol w="2572808">
                  <a:extLst>
                    <a:ext uri="{9D8B030D-6E8A-4147-A177-3AD203B41FA5}">
                      <a16:colId xmlns:a16="http://schemas.microsoft.com/office/drawing/2014/main" val="2889809415"/>
                    </a:ext>
                  </a:extLst>
                </a:gridCol>
                <a:gridCol w="2572808">
                  <a:extLst>
                    <a:ext uri="{9D8B030D-6E8A-4147-A177-3AD203B41FA5}">
                      <a16:colId xmlns:a16="http://schemas.microsoft.com/office/drawing/2014/main" val="3262866415"/>
                    </a:ext>
                  </a:extLst>
                </a:gridCol>
                <a:gridCol w="2572808">
                  <a:extLst>
                    <a:ext uri="{9D8B030D-6E8A-4147-A177-3AD203B41FA5}">
                      <a16:colId xmlns:a16="http://schemas.microsoft.com/office/drawing/2014/main" val="39799514"/>
                    </a:ext>
                  </a:extLst>
                </a:gridCol>
              </a:tblGrid>
              <a:tr h="0">
                <a:tc>
                  <a:txBody>
                    <a:bodyPr/>
                    <a:lstStyle/>
                    <a:p>
                      <a:r>
                        <a:rPr lang="en-GB" dirty="0">
                          <a:latin typeface="VT323" panose="020B0604020202020204" charset="0"/>
                        </a:rPr>
                        <a:t>Term</a:t>
                      </a:r>
                    </a:p>
                  </a:txBody>
                  <a:tcPr anchor="ctr"/>
                </a:tc>
                <a:tc>
                  <a:txBody>
                    <a:bodyPr/>
                    <a:lstStyle/>
                    <a:p>
                      <a:r>
                        <a:rPr lang="en-GB" dirty="0">
                          <a:latin typeface="VT323" panose="020B0604020202020204" charset="0"/>
                        </a:rPr>
                        <a:t>What it is</a:t>
                      </a:r>
                    </a:p>
                  </a:txBody>
                  <a:tcPr anchor="ctr"/>
                </a:tc>
                <a:tc>
                  <a:txBody>
                    <a:bodyPr/>
                    <a:lstStyle/>
                    <a:p>
                      <a:r>
                        <a:rPr lang="en-GB" dirty="0">
                          <a:latin typeface="VT323" panose="020B0604020202020204" charset="0"/>
                        </a:rPr>
                        <a:t>Example</a:t>
                      </a:r>
                    </a:p>
                  </a:txBody>
                  <a:tcPr anchor="ctr"/>
                </a:tc>
                <a:extLst>
                  <a:ext uri="{0D108BD9-81ED-4DB2-BD59-A6C34878D82A}">
                    <a16:rowId xmlns:a16="http://schemas.microsoft.com/office/drawing/2014/main" val="453580711"/>
                  </a:ext>
                </a:extLst>
              </a:tr>
              <a:tr h="0">
                <a:tc>
                  <a:txBody>
                    <a:bodyPr/>
                    <a:lstStyle/>
                    <a:p>
                      <a:r>
                        <a:rPr lang="en-GB" sz="1200" b="1" dirty="0">
                          <a:latin typeface="Roboto Mono" panose="020B0604020202020204" charset="0"/>
                          <a:ea typeface="Roboto Mono" panose="020B0604020202020204" charset="0"/>
                        </a:rPr>
                        <a:t>Variable</a:t>
                      </a:r>
                      <a:endParaRPr lang="en-GB" sz="1200" dirty="0">
                        <a:latin typeface="Roboto Mono" panose="020B0604020202020204" charset="0"/>
                        <a:ea typeface="Roboto Mono" panose="020B0604020202020204" charset="0"/>
                      </a:endParaRPr>
                    </a:p>
                  </a:txBody>
                  <a:tcPr anchor="ctr"/>
                </a:tc>
                <a:tc>
                  <a:txBody>
                    <a:bodyPr/>
                    <a:lstStyle/>
                    <a:p>
                      <a:r>
                        <a:rPr lang="en-GB" sz="1200" dirty="0">
                          <a:latin typeface="Roboto Mono" panose="020B0604020202020204" charset="0"/>
                          <a:ea typeface="Roboto Mono" panose="020B0604020202020204" charset="0"/>
                        </a:rPr>
                        <a:t>Stores data</a:t>
                      </a:r>
                    </a:p>
                  </a:txBody>
                  <a:tcPr anchor="ctr"/>
                </a:tc>
                <a:tc>
                  <a:txBody>
                    <a:bodyPr/>
                    <a:lstStyle/>
                    <a:p>
                      <a:r>
                        <a:rPr lang="en-GB" sz="1200">
                          <a:latin typeface="Roboto Mono" panose="020B0604020202020204" charset="0"/>
                          <a:ea typeface="Roboto Mono" panose="020B0604020202020204" charset="0"/>
                        </a:rPr>
                        <a:t>x = 10</a:t>
                      </a:r>
                    </a:p>
                  </a:txBody>
                  <a:tcPr anchor="ctr"/>
                </a:tc>
                <a:extLst>
                  <a:ext uri="{0D108BD9-81ED-4DB2-BD59-A6C34878D82A}">
                    <a16:rowId xmlns:a16="http://schemas.microsoft.com/office/drawing/2014/main" val="1019457800"/>
                  </a:ext>
                </a:extLst>
              </a:tr>
              <a:tr h="0">
                <a:tc>
                  <a:txBody>
                    <a:bodyPr/>
                    <a:lstStyle/>
                    <a:p>
                      <a:r>
                        <a:rPr lang="en-GB" sz="1200" b="1" dirty="0">
                          <a:latin typeface="Roboto Mono" panose="020B0604020202020204" charset="0"/>
                          <a:ea typeface="Roboto Mono" panose="020B0604020202020204" charset="0"/>
                        </a:rPr>
                        <a:t>Object</a:t>
                      </a:r>
                      <a:endParaRPr lang="en-GB" sz="1200" dirty="0">
                        <a:latin typeface="Roboto Mono" panose="020B0604020202020204" charset="0"/>
                        <a:ea typeface="Roboto Mono" panose="020B0604020202020204" charset="0"/>
                      </a:endParaRPr>
                    </a:p>
                  </a:txBody>
                  <a:tcPr anchor="ctr"/>
                </a:tc>
                <a:tc>
                  <a:txBody>
                    <a:bodyPr/>
                    <a:lstStyle/>
                    <a:p>
                      <a:r>
                        <a:rPr lang="en-GB" sz="1200">
                          <a:latin typeface="Roboto Mono" panose="020B0604020202020204" charset="0"/>
                          <a:ea typeface="Roboto Mono" panose="020B0604020202020204" charset="0"/>
                        </a:rPr>
                        <a:t>Instance of a class / data with type</a:t>
                      </a:r>
                    </a:p>
                  </a:txBody>
                  <a:tcPr anchor="ctr"/>
                </a:tc>
                <a:tc>
                  <a:txBody>
                    <a:bodyPr/>
                    <a:lstStyle/>
                    <a:p>
                      <a:r>
                        <a:rPr lang="en-GB" sz="1200">
                          <a:latin typeface="Roboto Mono" panose="020B0604020202020204" charset="0"/>
                          <a:ea typeface="Roboto Mono" panose="020B0604020202020204" charset="0"/>
                        </a:rPr>
                        <a:t>[1, 2, 3], "hello"</a:t>
                      </a:r>
                    </a:p>
                  </a:txBody>
                  <a:tcPr anchor="ctr"/>
                </a:tc>
                <a:extLst>
                  <a:ext uri="{0D108BD9-81ED-4DB2-BD59-A6C34878D82A}">
                    <a16:rowId xmlns:a16="http://schemas.microsoft.com/office/drawing/2014/main" val="4260138704"/>
                  </a:ext>
                </a:extLst>
              </a:tr>
              <a:tr h="0">
                <a:tc>
                  <a:txBody>
                    <a:bodyPr/>
                    <a:lstStyle/>
                    <a:p>
                      <a:r>
                        <a:rPr lang="en-GB" sz="1200" b="1">
                          <a:latin typeface="Roboto Mono" panose="020B0604020202020204" charset="0"/>
                          <a:ea typeface="Roboto Mono" panose="020B0604020202020204" charset="0"/>
                        </a:rPr>
                        <a:t>Function</a:t>
                      </a:r>
                      <a:endParaRPr lang="en-GB" sz="1200">
                        <a:latin typeface="Roboto Mono" panose="020B0604020202020204" charset="0"/>
                        <a:ea typeface="Roboto Mono" panose="020B0604020202020204" charset="0"/>
                      </a:endParaRPr>
                    </a:p>
                  </a:txBody>
                  <a:tcPr anchor="ctr"/>
                </a:tc>
                <a:tc>
                  <a:txBody>
                    <a:bodyPr/>
                    <a:lstStyle/>
                    <a:p>
                      <a:r>
                        <a:rPr lang="en-GB" sz="1200" dirty="0">
                          <a:latin typeface="Roboto Mono" panose="020B0604020202020204" charset="0"/>
                          <a:ea typeface="Roboto Mono" panose="020B0604020202020204" charset="0"/>
                        </a:rPr>
                        <a:t>Block of reusable code</a:t>
                      </a:r>
                    </a:p>
                  </a:txBody>
                  <a:tcPr anchor="ctr"/>
                </a:tc>
                <a:tc>
                  <a:txBody>
                    <a:bodyPr/>
                    <a:lstStyle/>
                    <a:p>
                      <a:r>
                        <a:rPr lang="en-GB" sz="1200">
                          <a:latin typeface="Roboto Mono" panose="020B0604020202020204" charset="0"/>
                          <a:ea typeface="Roboto Mono" panose="020B0604020202020204" charset="0"/>
                        </a:rPr>
                        <a:t>def add(a,b): return a+b</a:t>
                      </a:r>
                    </a:p>
                  </a:txBody>
                  <a:tcPr anchor="ctr"/>
                </a:tc>
                <a:extLst>
                  <a:ext uri="{0D108BD9-81ED-4DB2-BD59-A6C34878D82A}">
                    <a16:rowId xmlns:a16="http://schemas.microsoft.com/office/drawing/2014/main" val="2051672368"/>
                  </a:ext>
                </a:extLst>
              </a:tr>
              <a:tr h="0">
                <a:tc>
                  <a:txBody>
                    <a:bodyPr/>
                    <a:lstStyle/>
                    <a:p>
                      <a:r>
                        <a:rPr lang="en-GB" sz="1200" b="1" dirty="0">
                          <a:latin typeface="Roboto Mono" panose="020B0604020202020204" charset="0"/>
                          <a:ea typeface="Roboto Mono" panose="020B0604020202020204" charset="0"/>
                        </a:rPr>
                        <a:t>Class</a:t>
                      </a:r>
                      <a:endParaRPr lang="en-GB" sz="1200" dirty="0">
                        <a:latin typeface="Roboto Mono" panose="020B0604020202020204" charset="0"/>
                        <a:ea typeface="Roboto Mono" panose="020B0604020202020204" charset="0"/>
                      </a:endParaRPr>
                    </a:p>
                  </a:txBody>
                  <a:tcPr anchor="ctr"/>
                </a:tc>
                <a:tc>
                  <a:txBody>
                    <a:bodyPr/>
                    <a:lstStyle/>
                    <a:p>
                      <a:r>
                        <a:rPr lang="en-GB" sz="1200" dirty="0">
                          <a:latin typeface="Roboto Mono" panose="020B0604020202020204" charset="0"/>
                          <a:ea typeface="Roboto Mono" panose="020B0604020202020204" charset="0"/>
                        </a:rPr>
                        <a:t>Blueprint for creating objects</a:t>
                      </a:r>
                    </a:p>
                  </a:txBody>
                  <a:tcPr anchor="ctr"/>
                </a:tc>
                <a:tc>
                  <a:txBody>
                    <a:bodyPr/>
                    <a:lstStyle/>
                    <a:p>
                      <a:r>
                        <a:rPr lang="en-GB" sz="1200">
                          <a:latin typeface="Roboto Mono" panose="020B0604020202020204" charset="0"/>
                          <a:ea typeface="Roboto Mono" panose="020B0604020202020204" charset="0"/>
                        </a:rPr>
                        <a:t>class Car:</a:t>
                      </a:r>
                    </a:p>
                  </a:txBody>
                  <a:tcPr anchor="ctr"/>
                </a:tc>
                <a:extLst>
                  <a:ext uri="{0D108BD9-81ED-4DB2-BD59-A6C34878D82A}">
                    <a16:rowId xmlns:a16="http://schemas.microsoft.com/office/drawing/2014/main" val="411346174"/>
                  </a:ext>
                </a:extLst>
              </a:tr>
              <a:tr h="0">
                <a:tc>
                  <a:txBody>
                    <a:bodyPr/>
                    <a:lstStyle/>
                    <a:p>
                      <a:r>
                        <a:rPr lang="en-GB" sz="1200" b="1">
                          <a:latin typeface="Roboto Mono" panose="020B0604020202020204" charset="0"/>
                          <a:ea typeface="Roboto Mono" panose="020B0604020202020204" charset="0"/>
                        </a:rPr>
                        <a:t>Method</a:t>
                      </a:r>
                      <a:endParaRPr lang="en-GB" sz="1200">
                        <a:latin typeface="Roboto Mono" panose="020B0604020202020204" charset="0"/>
                        <a:ea typeface="Roboto Mono" panose="020B0604020202020204" charset="0"/>
                      </a:endParaRPr>
                    </a:p>
                  </a:txBody>
                  <a:tcPr anchor="ctr"/>
                </a:tc>
                <a:tc>
                  <a:txBody>
                    <a:bodyPr/>
                    <a:lstStyle/>
                    <a:p>
                      <a:r>
                        <a:rPr lang="en-GB" sz="1200">
                          <a:latin typeface="Roboto Mono" panose="020B0604020202020204" charset="0"/>
                          <a:ea typeface="Roboto Mono" panose="020B0604020202020204" charset="0"/>
                        </a:rPr>
                        <a:t>Function inside a class</a:t>
                      </a:r>
                    </a:p>
                  </a:txBody>
                  <a:tcPr anchor="ctr"/>
                </a:tc>
                <a:tc>
                  <a:txBody>
                    <a:bodyPr/>
                    <a:lstStyle/>
                    <a:p>
                      <a:r>
                        <a:rPr lang="en-GB" sz="1200">
                          <a:latin typeface="Roboto Mono" panose="020B0604020202020204" charset="0"/>
                          <a:ea typeface="Roboto Mono" panose="020B0604020202020204" charset="0"/>
                        </a:rPr>
                        <a:t>def start(self):</a:t>
                      </a:r>
                    </a:p>
                  </a:txBody>
                  <a:tcPr anchor="ctr"/>
                </a:tc>
                <a:extLst>
                  <a:ext uri="{0D108BD9-81ED-4DB2-BD59-A6C34878D82A}">
                    <a16:rowId xmlns:a16="http://schemas.microsoft.com/office/drawing/2014/main" val="503600770"/>
                  </a:ext>
                </a:extLst>
              </a:tr>
              <a:tr h="0">
                <a:tc>
                  <a:txBody>
                    <a:bodyPr/>
                    <a:lstStyle/>
                    <a:p>
                      <a:r>
                        <a:rPr lang="en-GB" sz="1200" b="1">
                          <a:latin typeface="Roboto Mono" panose="020B0604020202020204" charset="0"/>
                          <a:ea typeface="Roboto Mono" panose="020B0604020202020204" charset="0"/>
                        </a:rPr>
                        <a:t>Attribute</a:t>
                      </a:r>
                      <a:endParaRPr lang="en-GB" sz="1200">
                        <a:latin typeface="Roboto Mono" panose="020B0604020202020204" charset="0"/>
                        <a:ea typeface="Roboto Mono" panose="020B0604020202020204" charset="0"/>
                      </a:endParaRPr>
                    </a:p>
                  </a:txBody>
                  <a:tcPr anchor="ctr"/>
                </a:tc>
                <a:tc>
                  <a:txBody>
                    <a:bodyPr/>
                    <a:lstStyle/>
                    <a:p>
                      <a:r>
                        <a:rPr lang="en-GB" sz="1200" dirty="0">
                          <a:latin typeface="Roboto Mono" panose="020B0604020202020204" charset="0"/>
                          <a:ea typeface="Roboto Mono" panose="020B0604020202020204" charset="0"/>
                        </a:rPr>
                        <a:t>Data inside an object</a:t>
                      </a:r>
                    </a:p>
                  </a:txBody>
                  <a:tcPr anchor="ctr"/>
                </a:tc>
                <a:tc>
                  <a:txBody>
                    <a:bodyPr/>
                    <a:lstStyle/>
                    <a:p>
                      <a:r>
                        <a:rPr lang="en-GB" sz="1200" dirty="0" err="1">
                          <a:latin typeface="Roboto Mono" panose="020B0604020202020204" charset="0"/>
                          <a:ea typeface="Roboto Mono" panose="020B0604020202020204" charset="0"/>
                        </a:rPr>
                        <a:t>self.color</a:t>
                      </a:r>
                      <a:r>
                        <a:rPr lang="en-GB" sz="1200" dirty="0">
                          <a:latin typeface="Roboto Mono" panose="020B0604020202020204" charset="0"/>
                          <a:ea typeface="Roboto Mono" panose="020B0604020202020204" charset="0"/>
                        </a:rPr>
                        <a:t> = "red"</a:t>
                      </a:r>
                    </a:p>
                  </a:txBody>
                  <a:tcPr anchor="ctr"/>
                </a:tc>
                <a:extLst>
                  <a:ext uri="{0D108BD9-81ED-4DB2-BD59-A6C34878D82A}">
                    <a16:rowId xmlns:a16="http://schemas.microsoft.com/office/drawing/2014/main" val="2970587568"/>
                  </a:ext>
                </a:extLst>
              </a:tr>
            </a:tbl>
          </a:graphicData>
        </a:graphic>
      </p:graphicFrame>
    </p:spTree>
    <p:extLst>
      <p:ext uri="{BB962C8B-B14F-4D97-AF65-F5344CB8AC3E}">
        <p14:creationId xmlns:p14="http://schemas.microsoft.com/office/powerpoint/2010/main" val="38616308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33"/>
          <p:cNvSpPr txBox="1">
            <a:spLocks noGrp="1"/>
          </p:cNvSpPr>
          <p:nvPr>
            <p:ph type="title"/>
          </p:nvPr>
        </p:nvSpPr>
        <p:spPr>
          <a:xfrm>
            <a:off x="524630" y="695834"/>
            <a:ext cx="7866600" cy="698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Python Terms</a:t>
            </a:r>
            <a:endParaRPr dirty="0"/>
          </a:p>
        </p:txBody>
      </p:sp>
      <p:pic>
        <p:nvPicPr>
          <p:cNvPr id="8" name="Picture 7">
            <a:extLst>
              <a:ext uri="{FF2B5EF4-FFF2-40B4-BE49-F238E27FC236}">
                <a16:creationId xmlns:a16="http://schemas.microsoft.com/office/drawing/2014/main" id="{5233FC53-4EF1-46AA-9716-32240B4E0672}"/>
              </a:ext>
            </a:extLst>
          </p:cNvPr>
          <p:cNvPicPr>
            <a:picLocks noChangeAspect="1"/>
          </p:cNvPicPr>
          <p:nvPr/>
        </p:nvPicPr>
        <p:blipFill>
          <a:blip r:embed="rId3"/>
          <a:stretch>
            <a:fillRect/>
          </a:stretch>
        </p:blipFill>
        <p:spPr>
          <a:xfrm>
            <a:off x="3331622" y="1045034"/>
            <a:ext cx="5287748" cy="3987373"/>
          </a:xfrm>
          <a:prstGeom prst="rect">
            <a:avLst/>
          </a:prstGeom>
        </p:spPr>
      </p:pic>
    </p:spTree>
    <p:extLst>
      <p:ext uri="{BB962C8B-B14F-4D97-AF65-F5344CB8AC3E}">
        <p14:creationId xmlns:p14="http://schemas.microsoft.com/office/powerpoint/2010/main" val="6289800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pic>
        <p:nvPicPr>
          <p:cNvPr id="259" name="Google Shape;259;p32"/>
          <p:cNvPicPr preferRelativeResize="0">
            <a:picLocks noGrp="1"/>
          </p:cNvPicPr>
          <p:nvPr>
            <p:ph type="pic" idx="3"/>
          </p:nvPr>
        </p:nvPicPr>
        <p:blipFill rotWithShape="1">
          <a:blip r:embed="rId3"/>
          <a:srcRect l="-2" t="-14422" r="-6" b="2112"/>
          <a:stretch/>
        </p:blipFill>
        <p:spPr>
          <a:xfrm>
            <a:off x="6386650" y="947025"/>
            <a:ext cx="2107500" cy="2067599"/>
          </a:xfrm>
          <a:prstGeom prst="rect">
            <a:avLst/>
          </a:prstGeom>
        </p:spPr>
      </p:pic>
      <p:sp>
        <p:nvSpPr>
          <p:cNvPr id="260" name="Google Shape;260;p32"/>
          <p:cNvSpPr txBox="1">
            <a:spLocks noGrp="1"/>
          </p:cNvSpPr>
          <p:nvPr>
            <p:ph type="subTitle" idx="1"/>
          </p:nvPr>
        </p:nvSpPr>
        <p:spPr>
          <a:xfrm>
            <a:off x="3465325" y="3918575"/>
            <a:ext cx="5174400" cy="662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The most fundamental concept in python</a:t>
            </a:r>
            <a:endParaRPr dirty="0"/>
          </a:p>
        </p:txBody>
      </p:sp>
      <p:sp>
        <p:nvSpPr>
          <p:cNvPr id="261" name="Google Shape;261;p32"/>
          <p:cNvSpPr txBox="1">
            <a:spLocks noGrp="1"/>
          </p:cNvSpPr>
          <p:nvPr>
            <p:ph type="title"/>
          </p:nvPr>
        </p:nvSpPr>
        <p:spPr>
          <a:xfrm>
            <a:off x="1860500" y="1532500"/>
            <a:ext cx="3459000" cy="1521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Variables</a:t>
            </a:r>
            <a:endParaRPr dirty="0"/>
          </a:p>
        </p:txBody>
      </p:sp>
      <p:sp>
        <p:nvSpPr>
          <p:cNvPr id="262" name="Google Shape;262;p32"/>
          <p:cNvSpPr txBox="1">
            <a:spLocks noGrp="1"/>
          </p:cNvSpPr>
          <p:nvPr>
            <p:ph type="title" idx="2"/>
          </p:nvPr>
        </p:nvSpPr>
        <p:spPr>
          <a:xfrm>
            <a:off x="779673" y="1910725"/>
            <a:ext cx="778200" cy="764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05</a:t>
            </a:r>
            <a:endParaRPr dirty="0"/>
          </a:p>
        </p:txBody>
      </p:sp>
      <p:grpSp>
        <p:nvGrpSpPr>
          <p:cNvPr id="263" name="Google Shape;263;p32"/>
          <p:cNvGrpSpPr/>
          <p:nvPr/>
        </p:nvGrpSpPr>
        <p:grpSpPr>
          <a:xfrm>
            <a:off x="6386650" y="947025"/>
            <a:ext cx="2107351" cy="265500"/>
            <a:chOff x="6386650" y="947025"/>
            <a:chExt cx="2107351" cy="265500"/>
          </a:xfrm>
        </p:grpSpPr>
        <p:pic>
          <p:nvPicPr>
            <p:cNvPr id="264" name="Google Shape;264;p32" title="Sin título-2.png"/>
            <p:cNvPicPr preferRelativeResize="0"/>
            <p:nvPr/>
          </p:nvPicPr>
          <p:blipFill rotWithShape="1">
            <a:blip r:embed="rId4">
              <a:alphaModFix/>
            </a:blip>
            <a:srcRect l="71706"/>
            <a:stretch/>
          </p:blipFill>
          <p:spPr>
            <a:xfrm>
              <a:off x="6386650" y="947025"/>
              <a:ext cx="2107351" cy="265500"/>
            </a:xfrm>
            <a:prstGeom prst="rect">
              <a:avLst/>
            </a:prstGeom>
            <a:noFill/>
            <a:ln>
              <a:noFill/>
            </a:ln>
          </p:spPr>
        </p:pic>
        <p:pic>
          <p:nvPicPr>
            <p:cNvPr id="265" name="Google Shape;265;p32" title="Sin título-2.png"/>
            <p:cNvPicPr preferRelativeResize="0"/>
            <p:nvPr/>
          </p:nvPicPr>
          <p:blipFill rotWithShape="1">
            <a:blip r:embed="rId4">
              <a:alphaModFix/>
            </a:blip>
            <a:srcRect l="71706"/>
            <a:stretch/>
          </p:blipFill>
          <p:spPr>
            <a:xfrm>
              <a:off x="6386650" y="947025"/>
              <a:ext cx="2107351" cy="265500"/>
            </a:xfrm>
            <a:prstGeom prst="rect">
              <a:avLst/>
            </a:prstGeom>
            <a:noFill/>
            <a:ln>
              <a:noFill/>
            </a:ln>
          </p:spPr>
        </p:pic>
      </p:grpSp>
    </p:spTree>
    <p:extLst>
      <p:ext uri="{BB962C8B-B14F-4D97-AF65-F5344CB8AC3E}">
        <p14:creationId xmlns:p14="http://schemas.microsoft.com/office/powerpoint/2010/main" val="19791097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33"/>
          <p:cNvSpPr txBox="1">
            <a:spLocks noGrp="1"/>
          </p:cNvSpPr>
          <p:nvPr>
            <p:ph type="title"/>
          </p:nvPr>
        </p:nvSpPr>
        <p:spPr>
          <a:xfrm>
            <a:off x="524630" y="695834"/>
            <a:ext cx="7866600" cy="698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Variables</a:t>
            </a:r>
          </a:p>
        </p:txBody>
      </p:sp>
      <p:sp>
        <p:nvSpPr>
          <p:cNvPr id="271" name="Google Shape;271;p33"/>
          <p:cNvSpPr txBox="1">
            <a:spLocks noGrp="1"/>
          </p:cNvSpPr>
          <p:nvPr>
            <p:ph type="subTitle" idx="1"/>
          </p:nvPr>
        </p:nvSpPr>
        <p:spPr>
          <a:xfrm>
            <a:off x="429942" y="1538050"/>
            <a:ext cx="4142058" cy="133469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A </a:t>
            </a:r>
            <a:r>
              <a:rPr lang="en-GB" b="1" dirty="0"/>
              <a:t>variable</a:t>
            </a:r>
            <a:r>
              <a:rPr lang="en-GB" dirty="0"/>
              <a:t> in Python is a name that stores a value in memory — like a label for data.</a:t>
            </a:r>
          </a:p>
        </p:txBody>
      </p:sp>
      <p:pic>
        <p:nvPicPr>
          <p:cNvPr id="4" name="Picture 3">
            <a:extLst>
              <a:ext uri="{FF2B5EF4-FFF2-40B4-BE49-F238E27FC236}">
                <a16:creationId xmlns:a16="http://schemas.microsoft.com/office/drawing/2014/main" id="{AD8DF955-70B8-4F31-BDA3-38A6CEFAEDBA}"/>
              </a:ext>
            </a:extLst>
          </p:cNvPr>
          <p:cNvPicPr>
            <a:picLocks noChangeAspect="1"/>
          </p:cNvPicPr>
          <p:nvPr/>
        </p:nvPicPr>
        <p:blipFill>
          <a:blip r:embed="rId3"/>
          <a:stretch>
            <a:fillRect/>
          </a:stretch>
        </p:blipFill>
        <p:spPr>
          <a:xfrm>
            <a:off x="5875019" y="951770"/>
            <a:ext cx="2588177" cy="1920970"/>
          </a:xfrm>
          <a:prstGeom prst="rect">
            <a:avLst/>
          </a:prstGeom>
        </p:spPr>
      </p:pic>
      <p:pic>
        <p:nvPicPr>
          <p:cNvPr id="6" name="Picture 5">
            <a:extLst>
              <a:ext uri="{FF2B5EF4-FFF2-40B4-BE49-F238E27FC236}">
                <a16:creationId xmlns:a16="http://schemas.microsoft.com/office/drawing/2014/main" id="{0D7481FD-76E0-4DBB-B00E-2DCF61051170}"/>
              </a:ext>
            </a:extLst>
          </p:cNvPr>
          <p:cNvPicPr>
            <a:picLocks noChangeAspect="1"/>
          </p:cNvPicPr>
          <p:nvPr/>
        </p:nvPicPr>
        <p:blipFill>
          <a:blip r:embed="rId4"/>
          <a:stretch>
            <a:fillRect/>
          </a:stretch>
        </p:blipFill>
        <p:spPr>
          <a:xfrm>
            <a:off x="4727049" y="3016556"/>
            <a:ext cx="3736147" cy="1576363"/>
          </a:xfrm>
          <a:prstGeom prst="rect">
            <a:avLst/>
          </a:prstGeom>
        </p:spPr>
      </p:pic>
    </p:spTree>
    <p:extLst>
      <p:ext uri="{BB962C8B-B14F-4D97-AF65-F5344CB8AC3E}">
        <p14:creationId xmlns:p14="http://schemas.microsoft.com/office/powerpoint/2010/main" val="10690769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60" name="Google Shape;260;p32"/>
          <p:cNvSpPr txBox="1">
            <a:spLocks noGrp="1"/>
          </p:cNvSpPr>
          <p:nvPr>
            <p:ph type="subTitle" idx="1"/>
          </p:nvPr>
        </p:nvSpPr>
        <p:spPr>
          <a:xfrm>
            <a:off x="3465325" y="3918575"/>
            <a:ext cx="5174400" cy="662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All text types</a:t>
            </a:r>
            <a:endParaRPr dirty="0"/>
          </a:p>
        </p:txBody>
      </p:sp>
      <p:sp>
        <p:nvSpPr>
          <p:cNvPr id="261" name="Google Shape;261;p32"/>
          <p:cNvSpPr txBox="1">
            <a:spLocks noGrp="1"/>
          </p:cNvSpPr>
          <p:nvPr>
            <p:ph type="title"/>
          </p:nvPr>
        </p:nvSpPr>
        <p:spPr>
          <a:xfrm>
            <a:off x="1860500" y="1532500"/>
            <a:ext cx="3459000" cy="1521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String</a:t>
            </a:r>
            <a:endParaRPr dirty="0"/>
          </a:p>
        </p:txBody>
      </p:sp>
      <p:sp>
        <p:nvSpPr>
          <p:cNvPr id="262" name="Google Shape;262;p32"/>
          <p:cNvSpPr txBox="1">
            <a:spLocks noGrp="1"/>
          </p:cNvSpPr>
          <p:nvPr>
            <p:ph type="title" idx="2"/>
          </p:nvPr>
        </p:nvSpPr>
        <p:spPr>
          <a:xfrm>
            <a:off x="779673" y="1910725"/>
            <a:ext cx="778200" cy="764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06</a:t>
            </a:r>
            <a:endParaRPr dirty="0"/>
          </a:p>
        </p:txBody>
      </p:sp>
    </p:spTree>
    <p:extLst>
      <p:ext uri="{BB962C8B-B14F-4D97-AF65-F5344CB8AC3E}">
        <p14:creationId xmlns:p14="http://schemas.microsoft.com/office/powerpoint/2010/main" val="265267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33"/>
          <p:cNvSpPr txBox="1">
            <a:spLocks noGrp="1"/>
          </p:cNvSpPr>
          <p:nvPr>
            <p:ph type="title"/>
          </p:nvPr>
        </p:nvSpPr>
        <p:spPr>
          <a:xfrm>
            <a:off x="524630" y="695834"/>
            <a:ext cx="7866600" cy="698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String</a:t>
            </a:r>
          </a:p>
        </p:txBody>
      </p:sp>
      <p:sp>
        <p:nvSpPr>
          <p:cNvPr id="271" name="Google Shape;271;p33"/>
          <p:cNvSpPr txBox="1">
            <a:spLocks noGrp="1"/>
          </p:cNvSpPr>
          <p:nvPr>
            <p:ph type="subTitle" idx="1"/>
          </p:nvPr>
        </p:nvSpPr>
        <p:spPr>
          <a:xfrm>
            <a:off x="429942" y="1538050"/>
            <a:ext cx="4142058" cy="80336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In Python, a string is a sequence of characters enclosed in quotes</a:t>
            </a:r>
          </a:p>
        </p:txBody>
      </p:sp>
      <p:pic>
        <p:nvPicPr>
          <p:cNvPr id="3" name="Picture 2">
            <a:extLst>
              <a:ext uri="{FF2B5EF4-FFF2-40B4-BE49-F238E27FC236}">
                <a16:creationId xmlns:a16="http://schemas.microsoft.com/office/drawing/2014/main" id="{1DBF5B91-1761-4997-8C03-A5E8557270AE}"/>
              </a:ext>
            </a:extLst>
          </p:cNvPr>
          <p:cNvPicPr>
            <a:picLocks noChangeAspect="1"/>
          </p:cNvPicPr>
          <p:nvPr/>
        </p:nvPicPr>
        <p:blipFill>
          <a:blip r:embed="rId3"/>
          <a:stretch>
            <a:fillRect/>
          </a:stretch>
        </p:blipFill>
        <p:spPr>
          <a:xfrm>
            <a:off x="4653943" y="1474516"/>
            <a:ext cx="4143953" cy="866896"/>
          </a:xfrm>
          <a:prstGeom prst="rect">
            <a:avLst/>
          </a:prstGeom>
        </p:spPr>
      </p:pic>
      <p:sp>
        <p:nvSpPr>
          <p:cNvPr id="8" name="Google Shape;271;p33">
            <a:extLst>
              <a:ext uri="{FF2B5EF4-FFF2-40B4-BE49-F238E27FC236}">
                <a16:creationId xmlns:a16="http://schemas.microsoft.com/office/drawing/2014/main" id="{CE3A99B8-D057-4B94-BE53-3C309830B036}"/>
              </a:ext>
            </a:extLst>
          </p:cNvPr>
          <p:cNvSpPr txBox="1">
            <a:spLocks/>
          </p:cNvSpPr>
          <p:nvPr/>
        </p:nvSpPr>
        <p:spPr>
          <a:xfrm>
            <a:off x="429942" y="2400407"/>
            <a:ext cx="4142058" cy="169745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1pPr>
            <a:lvl2pPr marL="914400" marR="0" lvl="1" indent="-317500" algn="l"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2pPr>
            <a:lvl3pPr marL="1371600" marR="0" lvl="2" indent="-317500" algn="l"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3pPr>
            <a:lvl4pPr marL="1828800" marR="0" lvl="3" indent="-317500" algn="l"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4pPr>
            <a:lvl5pPr marL="2286000" marR="0" lvl="4" indent="-317500" algn="l"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5pPr>
            <a:lvl6pPr marL="2743200" marR="0" lvl="5" indent="-317500" algn="l"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6pPr>
            <a:lvl7pPr marL="3200400" marR="0" lvl="6" indent="-317500" algn="l"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7pPr>
            <a:lvl8pPr marL="3657600" marR="0" lvl="7" indent="-317500" algn="l"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8pPr>
            <a:lvl9pPr marL="4114800" marR="0" lvl="8" indent="-317500" algn="l"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9pPr>
          </a:lstStyle>
          <a:p>
            <a:pPr marL="0" indent="0"/>
            <a:r>
              <a:rPr lang="en-GB" dirty="0"/>
              <a:t>Some string </a:t>
            </a:r>
            <a:r>
              <a:rPr lang="en-GB" b="1" dirty="0"/>
              <a:t>methods :</a:t>
            </a:r>
          </a:p>
          <a:p>
            <a:pPr marL="0" indent="0"/>
            <a:endParaRPr lang="en-GB" b="1" dirty="0"/>
          </a:p>
          <a:p>
            <a:pPr marL="0" indent="0"/>
            <a:r>
              <a:rPr lang="en-GB" b="1" dirty="0"/>
              <a:t>.replace()</a:t>
            </a:r>
          </a:p>
          <a:p>
            <a:pPr marL="0" indent="0"/>
            <a:r>
              <a:rPr lang="en-GB" b="1" dirty="0"/>
              <a:t>.</a:t>
            </a:r>
            <a:r>
              <a:rPr lang="en-GB" b="1" dirty="0" err="1"/>
              <a:t>len</a:t>
            </a:r>
            <a:r>
              <a:rPr lang="en-GB" b="1" dirty="0"/>
              <a:t>()</a:t>
            </a:r>
          </a:p>
          <a:p>
            <a:pPr marL="0" indent="0"/>
            <a:r>
              <a:rPr lang="en-GB" b="1" dirty="0"/>
              <a:t>.lower()</a:t>
            </a:r>
          </a:p>
          <a:p>
            <a:pPr marL="0" indent="0"/>
            <a:r>
              <a:rPr lang="en-GB" b="1" dirty="0"/>
              <a:t>.upper() </a:t>
            </a:r>
          </a:p>
        </p:txBody>
      </p:sp>
    </p:spTree>
    <p:extLst>
      <p:ext uri="{BB962C8B-B14F-4D97-AF65-F5344CB8AC3E}">
        <p14:creationId xmlns:p14="http://schemas.microsoft.com/office/powerpoint/2010/main" val="4318519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60" name="Google Shape;260;p32"/>
          <p:cNvSpPr txBox="1">
            <a:spLocks noGrp="1"/>
          </p:cNvSpPr>
          <p:nvPr>
            <p:ph type="subTitle" idx="1"/>
          </p:nvPr>
        </p:nvSpPr>
        <p:spPr>
          <a:xfrm>
            <a:off x="3465325" y="3918575"/>
            <a:ext cx="5174400" cy="662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Math!!</a:t>
            </a:r>
            <a:endParaRPr dirty="0"/>
          </a:p>
        </p:txBody>
      </p:sp>
      <p:sp>
        <p:nvSpPr>
          <p:cNvPr id="261" name="Google Shape;261;p32"/>
          <p:cNvSpPr txBox="1">
            <a:spLocks noGrp="1"/>
          </p:cNvSpPr>
          <p:nvPr>
            <p:ph type="title"/>
          </p:nvPr>
        </p:nvSpPr>
        <p:spPr>
          <a:xfrm>
            <a:off x="1860500" y="1532500"/>
            <a:ext cx="3459000" cy="1521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Operators</a:t>
            </a:r>
            <a:endParaRPr dirty="0"/>
          </a:p>
        </p:txBody>
      </p:sp>
      <p:sp>
        <p:nvSpPr>
          <p:cNvPr id="262" name="Google Shape;262;p32"/>
          <p:cNvSpPr txBox="1">
            <a:spLocks noGrp="1"/>
          </p:cNvSpPr>
          <p:nvPr>
            <p:ph type="title" idx="2"/>
          </p:nvPr>
        </p:nvSpPr>
        <p:spPr>
          <a:xfrm>
            <a:off x="779673" y="1910725"/>
            <a:ext cx="778200" cy="764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07</a:t>
            </a:r>
            <a:endParaRPr dirty="0"/>
          </a:p>
        </p:txBody>
      </p:sp>
    </p:spTree>
    <p:extLst>
      <p:ext uri="{BB962C8B-B14F-4D97-AF65-F5344CB8AC3E}">
        <p14:creationId xmlns:p14="http://schemas.microsoft.com/office/powerpoint/2010/main" val="34386618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33"/>
          <p:cNvSpPr txBox="1">
            <a:spLocks noGrp="1"/>
          </p:cNvSpPr>
          <p:nvPr>
            <p:ph type="title"/>
          </p:nvPr>
        </p:nvSpPr>
        <p:spPr>
          <a:xfrm>
            <a:off x="524630" y="695834"/>
            <a:ext cx="7866600" cy="698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Operators</a:t>
            </a:r>
          </a:p>
        </p:txBody>
      </p:sp>
      <p:sp>
        <p:nvSpPr>
          <p:cNvPr id="271" name="Google Shape;271;p33"/>
          <p:cNvSpPr txBox="1">
            <a:spLocks noGrp="1"/>
          </p:cNvSpPr>
          <p:nvPr>
            <p:ph type="subTitle" idx="1"/>
          </p:nvPr>
        </p:nvSpPr>
        <p:spPr>
          <a:xfrm>
            <a:off x="429941" y="1538050"/>
            <a:ext cx="7528725" cy="62941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Operators in Python are symbols that let you manipulate data, compare values, and control logic in expressions and programs.</a:t>
            </a:r>
          </a:p>
        </p:txBody>
      </p:sp>
      <p:graphicFrame>
        <p:nvGraphicFramePr>
          <p:cNvPr id="23" name="Table 22">
            <a:extLst>
              <a:ext uri="{FF2B5EF4-FFF2-40B4-BE49-F238E27FC236}">
                <a16:creationId xmlns:a16="http://schemas.microsoft.com/office/drawing/2014/main" id="{A469E02A-2EE2-4484-A7DB-E1D8D44F92A6}"/>
              </a:ext>
            </a:extLst>
          </p:cNvPr>
          <p:cNvGraphicFramePr>
            <a:graphicFrameLocks noGrp="1"/>
          </p:cNvGraphicFramePr>
          <p:nvPr>
            <p:extLst>
              <p:ext uri="{D42A27DB-BD31-4B8C-83A1-F6EECF244321}">
                <p14:modId xmlns:p14="http://schemas.microsoft.com/office/powerpoint/2010/main" val="50559716"/>
              </p:ext>
            </p:extLst>
          </p:nvPr>
        </p:nvGraphicFramePr>
        <p:xfrm>
          <a:off x="712788" y="2162270"/>
          <a:ext cx="7718424" cy="1082040"/>
        </p:xfrm>
        <a:graphic>
          <a:graphicData uri="http://schemas.openxmlformats.org/drawingml/2006/table">
            <a:tbl>
              <a:tblPr>
                <a:tableStyleId>{5940675A-B579-460E-94D1-54222C63F5DA}</a:tableStyleId>
              </a:tblPr>
              <a:tblGrid>
                <a:gridCol w="2572808">
                  <a:extLst>
                    <a:ext uri="{9D8B030D-6E8A-4147-A177-3AD203B41FA5}">
                      <a16:colId xmlns:a16="http://schemas.microsoft.com/office/drawing/2014/main" val="480794479"/>
                    </a:ext>
                  </a:extLst>
                </a:gridCol>
                <a:gridCol w="2572808">
                  <a:extLst>
                    <a:ext uri="{9D8B030D-6E8A-4147-A177-3AD203B41FA5}">
                      <a16:colId xmlns:a16="http://schemas.microsoft.com/office/drawing/2014/main" val="1332888469"/>
                    </a:ext>
                  </a:extLst>
                </a:gridCol>
                <a:gridCol w="2572808">
                  <a:extLst>
                    <a:ext uri="{9D8B030D-6E8A-4147-A177-3AD203B41FA5}">
                      <a16:colId xmlns:a16="http://schemas.microsoft.com/office/drawing/2014/main" val="1940582895"/>
                    </a:ext>
                  </a:extLst>
                </a:gridCol>
              </a:tblGrid>
              <a:tr h="0">
                <a:tc>
                  <a:txBody>
                    <a:bodyPr/>
                    <a:lstStyle/>
                    <a:p>
                      <a:r>
                        <a:rPr lang="en-GB" dirty="0">
                          <a:latin typeface="VT323" panose="020B0604020202020204" charset="0"/>
                        </a:rPr>
                        <a:t>Type</a:t>
                      </a:r>
                    </a:p>
                  </a:txBody>
                  <a:tcPr anchor="ctr"/>
                </a:tc>
                <a:tc>
                  <a:txBody>
                    <a:bodyPr/>
                    <a:lstStyle/>
                    <a:p>
                      <a:r>
                        <a:rPr lang="en-GB" dirty="0">
                          <a:latin typeface="VT323" panose="020B0604020202020204" charset="0"/>
                        </a:rPr>
                        <a:t>Example</a:t>
                      </a:r>
                    </a:p>
                  </a:txBody>
                  <a:tcPr anchor="ctr"/>
                </a:tc>
                <a:tc>
                  <a:txBody>
                    <a:bodyPr/>
                    <a:lstStyle/>
                    <a:p>
                      <a:r>
                        <a:rPr lang="en-GB" dirty="0">
                          <a:latin typeface="VT323" panose="020B0604020202020204" charset="0"/>
                        </a:rPr>
                        <a:t>Description</a:t>
                      </a:r>
                    </a:p>
                  </a:txBody>
                  <a:tcPr anchor="ctr"/>
                </a:tc>
                <a:extLst>
                  <a:ext uri="{0D108BD9-81ED-4DB2-BD59-A6C34878D82A}">
                    <a16:rowId xmlns:a16="http://schemas.microsoft.com/office/drawing/2014/main" val="482331780"/>
                  </a:ext>
                </a:extLst>
              </a:tr>
              <a:tr h="0">
                <a:tc>
                  <a:txBody>
                    <a:bodyPr/>
                    <a:lstStyle/>
                    <a:p>
                      <a:r>
                        <a:rPr lang="en-GB" sz="1100" b="1" dirty="0">
                          <a:latin typeface="Roboto Mono" panose="020B0604020202020204" charset="0"/>
                          <a:ea typeface="Roboto Mono" panose="020B0604020202020204" charset="0"/>
                        </a:rPr>
                        <a:t>Arithmetic</a:t>
                      </a:r>
                      <a:endParaRPr lang="en-GB" sz="1100" dirty="0">
                        <a:latin typeface="Roboto Mono" panose="020B0604020202020204" charset="0"/>
                        <a:ea typeface="Roboto Mono" panose="020B0604020202020204" charset="0"/>
                      </a:endParaRPr>
                    </a:p>
                  </a:txBody>
                  <a:tcPr anchor="ctr"/>
                </a:tc>
                <a:tc>
                  <a:txBody>
                    <a:bodyPr/>
                    <a:lstStyle/>
                    <a:p>
                      <a:r>
                        <a:rPr lang="en-GB" sz="1100" dirty="0">
                          <a:latin typeface="Roboto Mono" panose="020B0604020202020204" charset="0"/>
                          <a:ea typeface="Roboto Mono" panose="020B0604020202020204" charset="0"/>
                        </a:rPr>
                        <a:t>+ - * / % // **</a:t>
                      </a:r>
                    </a:p>
                  </a:txBody>
                  <a:tcPr anchor="ctr"/>
                </a:tc>
                <a:tc>
                  <a:txBody>
                    <a:bodyPr/>
                    <a:lstStyle/>
                    <a:p>
                      <a:r>
                        <a:rPr lang="en-GB" sz="1100">
                          <a:latin typeface="Roboto Mono" panose="020B0604020202020204" charset="0"/>
                          <a:ea typeface="Roboto Mono" panose="020B0604020202020204" charset="0"/>
                        </a:rPr>
                        <a:t>Perform math operations</a:t>
                      </a:r>
                    </a:p>
                  </a:txBody>
                  <a:tcPr anchor="ctr"/>
                </a:tc>
                <a:extLst>
                  <a:ext uri="{0D108BD9-81ED-4DB2-BD59-A6C34878D82A}">
                    <a16:rowId xmlns:a16="http://schemas.microsoft.com/office/drawing/2014/main" val="2852339149"/>
                  </a:ext>
                </a:extLst>
              </a:tr>
              <a:tr h="0">
                <a:tc>
                  <a:txBody>
                    <a:bodyPr/>
                    <a:lstStyle/>
                    <a:p>
                      <a:r>
                        <a:rPr lang="en-GB" sz="1100" b="1" dirty="0">
                          <a:latin typeface="Roboto Mono" panose="020B0604020202020204" charset="0"/>
                          <a:ea typeface="Roboto Mono" panose="020B0604020202020204" charset="0"/>
                        </a:rPr>
                        <a:t>Assignment</a:t>
                      </a:r>
                      <a:endParaRPr lang="en-GB" sz="1100" dirty="0">
                        <a:latin typeface="Roboto Mono" panose="020B0604020202020204" charset="0"/>
                        <a:ea typeface="Roboto Mono" panose="020B0604020202020204" charset="0"/>
                      </a:endParaRPr>
                    </a:p>
                  </a:txBody>
                  <a:tcPr anchor="ctr"/>
                </a:tc>
                <a:tc>
                  <a:txBody>
                    <a:bodyPr/>
                    <a:lstStyle/>
                    <a:p>
                      <a:r>
                        <a:rPr lang="en-GB" sz="1100" dirty="0">
                          <a:latin typeface="Roboto Mono" panose="020B0604020202020204" charset="0"/>
                          <a:ea typeface="Roboto Mono" panose="020B0604020202020204" charset="0"/>
                        </a:rPr>
                        <a:t>= += -= *= /=</a:t>
                      </a:r>
                    </a:p>
                  </a:txBody>
                  <a:tcPr anchor="ctr"/>
                </a:tc>
                <a:tc>
                  <a:txBody>
                    <a:bodyPr/>
                    <a:lstStyle/>
                    <a:p>
                      <a:r>
                        <a:rPr lang="en-GB" sz="1100">
                          <a:latin typeface="Roboto Mono" panose="020B0604020202020204" charset="0"/>
                          <a:ea typeface="Roboto Mono" panose="020B0604020202020204" charset="0"/>
                        </a:rPr>
                        <a:t>Assign or update values</a:t>
                      </a:r>
                    </a:p>
                  </a:txBody>
                  <a:tcPr anchor="ctr"/>
                </a:tc>
                <a:extLst>
                  <a:ext uri="{0D108BD9-81ED-4DB2-BD59-A6C34878D82A}">
                    <a16:rowId xmlns:a16="http://schemas.microsoft.com/office/drawing/2014/main" val="421561632"/>
                  </a:ext>
                </a:extLst>
              </a:tr>
              <a:tr h="0">
                <a:tc>
                  <a:txBody>
                    <a:bodyPr/>
                    <a:lstStyle/>
                    <a:p>
                      <a:r>
                        <a:rPr lang="en-GB" sz="1100" b="1" dirty="0">
                          <a:latin typeface="Roboto Mono" panose="020B0604020202020204" charset="0"/>
                          <a:ea typeface="Roboto Mono" panose="020B0604020202020204" charset="0"/>
                        </a:rPr>
                        <a:t>Comparison</a:t>
                      </a:r>
                      <a:endParaRPr lang="en-GB" sz="1100" dirty="0">
                        <a:latin typeface="Roboto Mono" panose="020B0604020202020204" charset="0"/>
                        <a:ea typeface="Roboto Mono" panose="020B0604020202020204" charset="0"/>
                      </a:endParaRPr>
                    </a:p>
                  </a:txBody>
                  <a:tcPr anchor="ctr"/>
                </a:tc>
                <a:tc>
                  <a:txBody>
                    <a:bodyPr/>
                    <a:lstStyle/>
                    <a:p>
                      <a:r>
                        <a:rPr lang="en-GB" sz="1100" dirty="0">
                          <a:latin typeface="Roboto Mono" panose="020B0604020202020204" charset="0"/>
                          <a:ea typeface="Roboto Mono" panose="020B0604020202020204" charset="0"/>
                        </a:rPr>
                        <a:t>== != &gt; &lt; &gt;= &lt;=</a:t>
                      </a:r>
                    </a:p>
                  </a:txBody>
                  <a:tcPr anchor="ctr"/>
                </a:tc>
                <a:tc>
                  <a:txBody>
                    <a:bodyPr/>
                    <a:lstStyle/>
                    <a:p>
                      <a:r>
                        <a:rPr lang="en-GB" sz="1100" dirty="0">
                          <a:latin typeface="Roboto Mono" panose="020B0604020202020204" charset="0"/>
                          <a:ea typeface="Roboto Mono" panose="020B0604020202020204" charset="0"/>
                        </a:rPr>
                        <a:t>Compare two values</a:t>
                      </a:r>
                    </a:p>
                  </a:txBody>
                  <a:tcPr anchor="ctr"/>
                </a:tc>
                <a:extLst>
                  <a:ext uri="{0D108BD9-81ED-4DB2-BD59-A6C34878D82A}">
                    <a16:rowId xmlns:a16="http://schemas.microsoft.com/office/drawing/2014/main" val="1519953034"/>
                  </a:ext>
                </a:extLst>
              </a:tr>
            </a:tbl>
          </a:graphicData>
        </a:graphic>
      </p:graphicFrame>
      <p:pic>
        <p:nvPicPr>
          <p:cNvPr id="26" name="Picture 25">
            <a:extLst>
              <a:ext uri="{FF2B5EF4-FFF2-40B4-BE49-F238E27FC236}">
                <a16:creationId xmlns:a16="http://schemas.microsoft.com/office/drawing/2014/main" id="{3BDA6B53-AE19-4767-8D14-F8F02C56A1EE}"/>
              </a:ext>
            </a:extLst>
          </p:cNvPr>
          <p:cNvPicPr>
            <a:picLocks noChangeAspect="1"/>
          </p:cNvPicPr>
          <p:nvPr/>
        </p:nvPicPr>
        <p:blipFill>
          <a:blip r:embed="rId3"/>
          <a:stretch>
            <a:fillRect/>
          </a:stretch>
        </p:blipFill>
        <p:spPr>
          <a:xfrm>
            <a:off x="2141450" y="3348019"/>
            <a:ext cx="4632960" cy="1231886"/>
          </a:xfrm>
          <a:prstGeom prst="rect">
            <a:avLst/>
          </a:prstGeom>
        </p:spPr>
      </p:pic>
    </p:spTree>
    <p:extLst>
      <p:ext uri="{BB962C8B-B14F-4D97-AF65-F5344CB8AC3E}">
        <p14:creationId xmlns:p14="http://schemas.microsoft.com/office/powerpoint/2010/main" val="22032808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60" name="Google Shape;260;p32"/>
          <p:cNvSpPr txBox="1">
            <a:spLocks noGrp="1"/>
          </p:cNvSpPr>
          <p:nvPr>
            <p:ph type="subTitle" idx="1"/>
          </p:nvPr>
        </p:nvSpPr>
        <p:spPr>
          <a:xfrm>
            <a:off x="3465325" y="3918575"/>
            <a:ext cx="5174400" cy="662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If, </a:t>
            </a:r>
            <a:r>
              <a:rPr lang="en-GB" dirty="0" err="1"/>
              <a:t>elif</a:t>
            </a:r>
            <a:r>
              <a:rPr lang="en-GB" dirty="0"/>
              <a:t>, else</a:t>
            </a:r>
            <a:endParaRPr dirty="0"/>
          </a:p>
        </p:txBody>
      </p:sp>
      <p:sp>
        <p:nvSpPr>
          <p:cNvPr id="261" name="Google Shape;261;p32"/>
          <p:cNvSpPr txBox="1">
            <a:spLocks noGrp="1"/>
          </p:cNvSpPr>
          <p:nvPr>
            <p:ph type="title"/>
          </p:nvPr>
        </p:nvSpPr>
        <p:spPr>
          <a:xfrm>
            <a:off x="1860500" y="1532500"/>
            <a:ext cx="3459000" cy="1521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GB" dirty="0"/>
              <a:t>Conditional Statements</a:t>
            </a:r>
          </a:p>
        </p:txBody>
      </p:sp>
      <p:sp>
        <p:nvSpPr>
          <p:cNvPr id="262" name="Google Shape;262;p32"/>
          <p:cNvSpPr txBox="1">
            <a:spLocks noGrp="1"/>
          </p:cNvSpPr>
          <p:nvPr>
            <p:ph type="title" idx="2"/>
          </p:nvPr>
        </p:nvSpPr>
        <p:spPr>
          <a:xfrm>
            <a:off x="779673" y="1910725"/>
            <a:ext cx="778200" cy="764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08</a:t>
            </a:r>
            <a:endParaRPr dirty="0"/>
          </a:p>
        </p:txBody>
      </p:sp>
    </p:spTree>
    <p:extLst>
      <p:ext uri="{BB962C8B-B14F-4D97-AF65-F5344CB8AC3E}">
        <p14:creationId xmlns:p14="http://schemas.microsoft.com/office/powerpoint/2010/main" val="22765407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33"/>
          <p:cNvSpPr txBox="1">
            <a:spLocks noGrp="1"/>
          </p:cNvSpPr>
          <p:nvPr>
            <p:ph type="title"/>
          </p:nvPr>
        </p:nvSpPr>
        <p:spPr>
          <a:xfrm>
            <a:off x="524630" y="695834"/>
            <a:ext cx="7866600" cy="698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Conditional Statements</a:t>
            </a:r>
          </a:p>
        </p:txBody>
      </p:sp>
      <p:sp>
        <p:nvSpPr>
          <p:cNvPr id="271" name="Google Shape;271;p33"/>
          <p:cNvSpPr txBox="1">
            <a:spLocks noGrp="1"/>
          </p:cNvSpPr>
          <p:nvPr>
            <p:ph type="subTitle" idx="1"/>
          </p:nvPr>
        </p:nvSpPr>
        <p:spPr>
          <a:xfrm>
            <a:off x="429941" y="1538050"/>
            <a:ext cx="8402486" cy="93421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In Python, if, </a:t>
            </a:r>
            <a:r>
              <a:rPr lang="en-GB" dirty="0" err="1"/>
              <a:t>elif</a:t>
            </a:r>
            <a:r>
              <a:rPr lang="en-GB" dirty="0"/>
              <a:t>, and else are conditional statements used to make decisions in your program.</a:t>
            </a:r>
          </a:p>
        </p:txBody>
      </p:sp>
      <p:pic>
        <p:nvPicPr>
          <p:cNvPr id="6" name="Picture 5">
            <a:extLst>
              <a:ext uri="{FF2B5EF4-FFF2-40B4-BE49-F238E27FC236}">
                <a16:creationId xmlns:a16="http://schemas.microsoft.com/office/drawing/2014/main" id="{1182DEC6-8DE9-4B31-99CF-6E0ABA0C5867}"/>
              </a:ext>
            </a:extLst>
          </p:cNvPr>
          <p:cNvPicPr>
            <a:picLocks noChangeAspect="1"/>
          </p:cNvPicPr>
          <p:nvPr/>
        </p:nvPicPr>
        <p:blipFill>
          <a:blip r:embed="rId3"/>
          <a:stretch>
            <a:fillRect/>
          </a:stretch>
        </p:blipFill>
        <p:spPr>
          <a:xfrm>
            <a:off x="618696" y="2744801"/>
            <a:ext cx="2466862" cy="1204052"/>
          </a:xfrm>
          <a:prstGeom prst="rect">
            <a:avLst/>
          </a:prstGeom>
        </p:spPr>
      </p:pic>
      <p:sp>
        <p:nvSpPr>
          <p:cNvPr id="11" name="Google Shape;271;p33">
            <a:extLst>
              <a:ext uri="{FF2B5EF4-FFF2-40B4-BE49-F238E27FC236}">
                <a16:creationId xmlns:a16="http://schemas.microsoft.com/office/drawing/2014/main" id="{76406C77-2F80-45B9-B65C-59F25CCD6F59}"/>
              </a:ext>
            </a:extLst>
          </p:cNvPr>
          <p:cNvSpPr txBox="1">
            <a:spLocks/>
          </p:cNvSpPr>
          <p:nvPr/>
        </p:nvSpPr>
        <p:spPr>
          <a:xfrm>
            <a:off x="871709" y="2398699"/>
            <a:ext cx="2466862" cy="56659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1pPr>
            <a:lvl2pPr marL="914400" marR="0" lvl="1" indent="-317500" algn="l"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2pPr>
            <a:lvl3pPr marL="1371600" marR="0" lvl="2" indent="-317500" algn="l"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3pPr>
            <a:lvl4pPr marL="1828800" marR="0" lvl="3" indent="-317500" algn="l"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4pPr>
            <a:lvl5pPr marL="2286000" marR="0" lvl="4" indent="-317500" algn="l"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5pPr>
            <a:lvl6pPr marL="2743200" marR="0" lvl="5" indent="-317500" algn="l"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6pPr>
            <a:lvl7pPr marL="3200400" marR="0" lvl="6" indent="-317500" algn="l"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7pPr>
            <a:lvl8pPr marL="3657600" marR="0" lvl="7" indent="-317500" algn="l"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8pPr>
            <a:lvl9pPr marL="4114800" marR="0" lvl="8" indent="-317500" algn="l"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9pPr>
          </a:lstStyle>
          <a:p>
            <a:pPr marL="0" indent="0"/>
            <a:r>
              <a:rPr lang="en-GB" dirty="0"/>
              <a:t>The </a:t>
            </a:r>
            <a:r>
              <a:rPr lang="en-GB" b="1" dirty="0"/>
              <a:t>if</a:t>
            </a:r>
            <a:r>
              <a:rPr lang="en-GB" dirty="0"/>
              <a:t> condition </a:t>
            </a:r>
          </a:p>
        </p:txBody>
      </p:sp>
      <p:pic>
        <p:nvPicPr>
          <p:cNvPr id="8" name="Picture 7">
            <a:extLst>
              <a:ext uri="{FF2B5EF4-FFF2-40B4-BE49-F238E27FC236}">
                <a16:creationId xmlns:a16="http://schemas.microsoft.com/office/drawing/2014/main" id="{C7ADF421-4F88-4590-9CAA-B20A05CCDD1A}"/>
              </a:ext>
            </a:extLst>
          </p:cNvPr>
          <p:cNvPicPr>
            <a:picLocks noChangeAspect="1"/>
          </p:cNvPicPr>
          <p:nvPr/>
        </p:nvPicPr>
        <p:blipFill>
          <a:blip r:embed="rId4"/>
          <a:stretch>
            <a:fillRect/>
          </a:stretch>
        </p:blipFill>
        <p:spPr>
          <a:xfrm>
            <a:off x="3591583" y="2744801"/>
            <a:ext cx="2104378" cy="1220407"/>
          </a:xfrm>
          <a:prstGeom prst="rect">
            <a:avLst/>
          </a:prstGeom>
        </p:spPr>
      </p:pic>
      <p:sp>
        <p:nvSpPr>
          <p:cNvPr id="14" name="Google Shape;271;p33">
            <a:extLst>
              <a:ext uri="{FF2B5EF4-FFF2-40B4-BE49-F238E27FC236}">
                <a16:creationId xmlns:a16="http://schemas.microsoft.com/office/drawing/2014/main" id="{4DCDA8A9-00CA-4708-BD37-5C1D3F2B54CE}"/>
              </a:ext>
            </a:extLst>
          </p:cNvPr>
          <p:cNvSpPr txBox="1">
            <a:spLocks/>
          </p:cNvSpPr>
          <p:nvPr/>
        </p:nvSpPr>
        <p:spPr>
          <a:xfrm>
            <a:off x="3482111" y="2398699"/>
            <a:ext cx="2466862" cy="56659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1pPr>
            <a:lvl2pPr marL="914400" marR="0" lvl="1" indent="-317500" algn="l"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2pPr>
            <a:lvl3pPr marL="1371600" marR="0" lvl="2" indent="-317500" algn="l"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3pPr>
            <a:lvl4pPr marL="1828800" marR="0" lvl="3" indent="-317500" algn="l"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4pPr>
            <a:lvl5pPr marL="2286000" marR="0" lvl="4" indent="-317500" algn="l"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5pPr>
            <a:lvl6pPr marL="2743200" marR="0" lvl="5" indent="-317500" algn="l"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6pPr>
            <a:lvl7pPr marL="3200400" marR="0" lvl="6" indent="-317500" algn="l"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7pPr>
            <a:lvl8pPr marL="3657600" marR="0" lvl="7" indent="-317500" algn="l"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8pPr>
            <a:lvl9pPr marL="4114800" marR="0" lvl="8" indent="-317500" algn="l"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9pPr>
          </a:lstStyle>
          <a:p>
            <a:pPr marL="0" indent="0"/>
            <a:r>
              <a:rPr lang="en-GB" dirty="0"/>
              <a:t>The </a:t>
            </a:r>
            <a:r>
              <a:rPr lang="en-GB" b="1" dirty="0" err="1"/>
              <a:t>elif</a:t>
            </a:r>
            <a:r>
              <a:rPr lang="en-GB" dirty="0"/>
              <a:t> condition </a:t>
            </a:r>
          </a:p>
        </p:txBody>
      </p:sp>
      <p:pic>
        <p:nvPicPr>
          <p:cNvPr id="10" name="Picture 9">
            <a:extLst>
              <a:ext uri="{FF2B5EF4-FFF2-40B4-BE49-F238E27FC236}">
                <a16:creationId xmlns:a16="http://schemas.microsoft.com/office/drawing/2014/main" id="{3C6E37E3-FBBD-4C3D-B14E-7A022A5848BB}"/>
              </a:ext>
            </a:extLst>
          </p:cNvPr>
          <p:cNvPicPr>
            <a:picLocks noChangeAspect="1"/>
          </p:cNvPicPr>
          <p:nvPr/>
        </p:nvPicPr>
        <p:blipFill>
          <a:blip r:embed="rId5"/>
          <a:stretch>
            <a:fillRect/>
          </a:stretch>
        </p:blipFill>
        <p:spPr>
          <a:xfrm>
            <a:off x="6454998" y="2744801"/>
            <a:ext cx="2104379" cy="1617651"/>
          </a:xfrm>
          <a:prstGeom prst="rect">
            <a:avLst/>
          </a:prstGeom>
        </p:spPr>
      </p:pic>
      <p:sp>
        <p:nvSpPr>
          <p:cNvPr id="17" name="Google Shape;271;p33">
            <a:extLst>
              <a:ext uri="{FF2B5EF4-FFF2-40B4-BE49-F238E27FC236}">
                <a16:creationId xmlns:a16="http://schemas.microsoft.com/office/drawing/2014/main" id="{53B2A37B-DD2E-48D0-A8B1-3CFD5DA4C1CD}"/>
              </a:ext>
            </a:extLst>
          </p:cNvPr>
          <p:cNvSpPr txBox="1">
            <a:spLocks/>
          </p:cNvSpPr>
          <p:nvPr/>
        </p:nvSpPr>
        <p:spPr>
          <a:xfrm>
            <a:off x="6475037" y="2398699"/>
            <a:ext cx="2466862" cy="56659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1pPr>
            <a:lvl2pPr marL="914400" marR="0" lvl="1" indent="-317500" algn="l"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2pPr>
            <a:lvl3pPr marL="1371600" marR="0" lvl="2" indent="-317500" algn="l"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3pPr>
            <a:lvl4pPr marL="1828800" marR="0" lvl="3" indent="-317500" algn="l"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4pPr>
            <a:lvl5pPr marL="2286000" marR="0" lvl="4" indent="-317500" algn="l"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5pPr>
            <a:lvl6pPr marL="2743200" marR="0" lvl="5" indent="-317500" algn="l"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6pPr>
            <a:lvl7pPr marL="3200400" marR="0" lvl="6" indent="-317500" algn="l"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7pPr>
            <a:lvl8pPr marL="3657600" marR="0" lvl="7" indent="-317500" algn="l"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8pPr>
            <a:lvl9pPr marL="4114800" marR="0" lvl="8" indent="-317500" algn="l"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9pPr>
          </a:lstStyle>
          <a:p>
            <a:pPr marL="0" indent="0"/>
            <a:r>
              <a:rPr lang="en-GB" dirty="0"/>
              <a:t>The </a:t>
            </a:r>
            <a:r>
              <a:rPr lang="en-GB" b="1" dirty="0"/>
              <a:t>else</a:t>
            </a:r>
            <a:r>
              <a:rPr lang="en-GB" dirty="0"/>
              <a:t> condition </a:t>
            </a:r>
          </a:p>
        </p:txBody>
      </p:sp>
    </p:spTree>
    <p:extLst>
      <p:ext uri="{BB962C8B-B14F-4D97-AF65-F5344CB8AC3E}">
        <p14:creationId xmlns:p14="http://schemas.microsoft.com/office/powerpoint/2010/main" val="5046672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60" name="Google Shape;260;p32"/>
          <p:cNvSpPr txBox="1">
            <a:spLocks noGrp="1"/>
          </p:cNvSpPr>
          <p:nvPr>
            <p:ph type="subTitle" idx="1"/>
          </p:nvPr>
        </p:nvSpPr>
        <p:spPr>
          <a:xfrm>
            <a:off x="3465325" y="3918575"/>
            <a:ext cx="5174400" cy="662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Just a list</a:t>
            </a:r>
            <a:endParaRPr dirty="0"/>
          </a:p>
        </p:txBody>
      </p:sp>
      <p:sp>
        <p:nvSpPr>
          <p:cNvPr id="261" name="Google Shape;261;p32"/>
          <p:cNvSpPr txBox="1">
            <a:spLocks noGrp="1"/>
          </p:cNvSpPr>
          <p:nvPr>
            <p:ph type="title"/>
          </p:nvPr>
        </p:nvSpPr>
        <p:spPr>
          <a:xfrm>
            <a:off x="1860500" y="1532500"/>
            <a:ext cx="3459000" cy="1521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GB" dirty="0"/>
              <a:t>Lists</a:t>
            </a:r>
          </a:p>
        </p:txBody>
      </p:sp>
      <p:sp>
        <p:nvSpPr>
          <p:cNvPr id="262" name="Google Shape;262;p32"/>
          <p:cNvSpPr txBox="1">
            <a:spLocks noGrp="1"/>
          </p:cNvSpPr>
          <p:nvPr>
            <p:ph type="title" idx="2"/>
          </p:nvPr>
        </p:nvSpPr>
        <p:spPr>
          <a:xfrm>
            <a:off x="779673" y="1910725"/>
            <a:ext cx="778200" cy="764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09</a:t>
            </a:r>
            <a:endParaRPr dirty="0"/>
          </a:p>
        </p:txBody>
      </p:sp>
    </p:spTree>
    <p:extLst>
      <p:ext uri="{BB962C8B-B14F-4D97-AF65-F5344CB8AC3E}">
        <p14:creationId xmlns:p14="http://schemas.microsoft.com/office/powerpoint/2010/main" val="4790285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33"/>
          <p:cNvSpPr txBox="1">
            <a:spLocks noGrp="1"/>
          </p:cNvSpPr>
          <p:nvPr>
            <p:ph type="title"/>
          </p:nvPr>
        </p:nvSpPr>
        <p:spPr>
          <a:xfrm>
            <a:off x="524630" y="695834"/>
            <a:ext cx="7866600" cy="698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Lists</a:t>
            </a:r>
          </a:p>
        </p:txBody>
      </p:sp>
      <p:sp>
        <p:nvSpPr>
          <p:cNvPr id="271" name="Google Shape;271;p33"/>
          <p:cNvSpPr txBox="1">
            <a:spLocks noGrp="1"/>
          </p:cNvSpPr>
          <p:nvPr>
            <p:ph type="subTitle" idx="1"/>
          </p:nvPr>
        </p:nvSpPr>
        <p:spPr>
          <a:xfrm>
            <a:off x="429941" y="1538050"/>
            <a:ext cx="8402486" cy="93421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A list is a sequence of elements enclosed in square brackets [ ], separated by commas.</a:t>
            </a:r>
          </a:p>
        </p:txBody>
      </p:sp>
      <p:pic>
        <p:nvPicPr>
          <p:cNvPr id="4" name="Picture 3">
            <a:extLst>
              <a:ext uri="{FF2B5EF4-FFF2-40B4-BE49-F238E27FC236}">
                <a16:creationId xmlns:a16="http://schemas.microsoft.com/office/drawing/2014/main" id="{17392269-DB53-482C-B5A1-9D3B76CD8C6D}"/>
              </a:ext>
            </a:extLst>
          </p:cNvPr>
          <p:cNvPicPr>
            <a:picLocks noChangeAspect="1"/>
          </p:cNvPicPr>
          <p:nvPr/>
        </p:nvPicPr>
        <p:blipFill>
          <a:blip r:embed="rId3"/>
          <a:stretch>
            <a:fillRect/>
          </a:stretch>
        </p:blipFill>
        <p:spPr>
          <a:xfrm>
            <a:off x="2856644" y="2089120"/>
            <a:ext cx="3202571" cy="965260"/>
          </a:xfrm>
          <a:prstGeom prst="rect">
            <a:avLst/>
          </a:prstGeom>
        </p:spPr>
      </p:pic>
      <p:pic>
        <p:nvPicPr>
          <p:cNvPr id="7" name="Picture 6">
            <a:extLst>
              <a:ext uri="{FF2B5EF4-FFF2-40B4-BE49-F238E27FC236}">
                <a16:creationId xmlns:a16="http://schemas.microsoft.com/office/drawing/2014/main" id="{999EF93D-E217-4AFE-97CB-C4BCE0C6A413}"/>
              </a:ext>
            </a:extLst>
          </p:cNvPr>
          <p:cNvPicPr>
            <a:picLocks noChangeAspect="1"/>
          </p:cNvPicPr>
          <p:nvPr/>
        </p:nvPicPr>
        <p:blipFill>
          <a:blip r:embed="rId4"/>
          <a:stretch>
            <a:fillRect/>
          </a:stretch>
        </p:blipFill>
        <p:spPr>
          <a:xfrm>
            <a:off x="2269067" y="3730977"/>
            <a:ext cx="3650827" cy="877523"/>
          </a:xfrm>
          <a:prstGeom prst="rect">
            <a:avLst/>
          </a:prstGeom>
        </p:spPr>
      </p:pic>
      <p:sp>
        <p:nvSpPr>
          <p:cNvPr id="15" name="Google Shape;271;p33">
            <a:extLst>
              <a:ext uri="{FF2B5EF4-FFF2-40B4-BE49-F238E27FC236}">
                <a16:creationId xmlns:a16="http://schemas.microsoft.com/office/drawing/2014/main" id="{8086CD43-F7DD-40A9-9D55-46E9C35244AE}"/>
              </a:ext>
            </a:extLst>
          </p:cNvPr>
          <p:cNvSpPr txBox="1">
            <a:spLocks/>
          </p:cNvSpPr>
          <p:nvPr/>
        </p:nvSpPr>
        <p:spPr>
          <a:xfrm>
            <a:off x="524630" y="3263868"/>
            <a:ext cx="7081823" cy="46710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1pPr>
            <a:lvl2pPr marL="914400" marR="0" lvl="1" indent="-317500" algn="l"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2pPr>
            <a:lvl3pPr marL="1371600" marR="0" lvl="2" indent="-317500" algn="l"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3pPr>
            <a:lvl4pPr marL="1828800" marR="0" lvl="3" indent="-317500" algn="l"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4pPr>
            <a:lvl5pPr marL="2286000" marR="0" lvl="4" indent="-317500" algn="l"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5pPr>
            <a:lvl6pPr marL="2743200" marR="0" lvl="5" indent="-317500" algn="l"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6pPr>
            <a:lvl7pPr marL="3200400" marR="0" lvl="6" indent="-317500" algn="l"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7pPr>
            <a:lvl8pPr marL="3657600" marR="0" lvl="7" indent="-317500" algn="l"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8pPr>
            <a:lvl9pPr marL="4114800" marR="0" lvl="8" indent="-317500" algn="l"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9pPr>
          </a:lstStyle>
          <a:p>
            <a:pPr marL="0" indent="0"/>
            <a:r>
              <a:rPr lang="en-GB" dirty="0"/>
              <a:t>You can use </a:t>
            </a:r>
            <a:r>
              <a:rPr lang="en-GB" b="1" dirty="0"/>
              <a:t>methods</a:t>
            </a:r>
            <a:r>
              <a:rPr lang="en-GB" dirty="0"/>
              <a:t> to modify a list, ex: adding an object</a:t>
            </a:r>
          </a:p>
        </p:txBody>
      </p:sp>
    </p:spTree>
    <p:extLst>
      <p:ext uri="{BB962C8B-B14F-4D97-AF65-F5344CB8AC3E}">
        <p14:creationId xmlns:p14="http://schemas.microsoft.com/office/powerpoint/2010/main" val="14056888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60" name="Google Shape;260;p32"/>
          <p:cNvSpPr txBox="1">
            <a:spLocks noGrp="1"/>
          </p:cNvSpPr>
          <p:nvPr>
            <p:ph type="subTitle" idx="1"/>
          </p:nvPr>
        </p:nvSpPr>
        <p:spPr>
          <a:xfrm>
            <a:off x="3465325" y="3918575"/>
            <a:ext cx="5174400" cy="662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Read a dictionary…</a:t>
            </a:r>
            <a:endParaRPr dirty="0"/>
          </a:p>
        </p:txBody>
      </p:sp>
      <p:sp>
        <p:nvSpPr>
          <p:cNvPr id="261" name="Google Shape;261;p32"/>
          <p:cNvSpPr txBox="1">
            <a:spLocks noGrp="1"/>
          </p:cNvSpPr>
          <p:nvPr>
            <p:ph type="title"/>
          </p:nvPr>
        </p:nvSpPr>
        <p:spPr>
          <a:xfrm>
            <a:off x="1860500" y="1532500"/>
            <a:ext cx="3459000" cy="1521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GB" dirty="0"/>
              <a:t>Dictionaries</a:t>
            </a:r>
          </a:p>
        </p:txBody>
      </p:sp>
      <p:sp>
        <p:nvSpPr>
          <p:cNvPr id="262" name="Google Shape;262;p32"/>
          <p:cNvSpPr txBox="1">
            <a:spLocks noGrp="1"/>
          </p:cNvSpPr>
          <p:nvPr>
            <p:ph type="title" idx="2"/>
          </p:nvPr>
        </p:nvSpPr>
        <p:spPr>
          <a:xfrm>
            <a:off x="779673" y="1910725"/>
            <a:ext cx="778200" cy="764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10</a:t>
            </a:r>
            <a:endParaRPr dirty="0"/>
          </a:p>
        </p:txBody>
      </p:sp>
    </p:spTree>
    <p:extLst>
      <p:ext uri="{BB962C8B-B14F-4D97-AF65-F5344CB8AC3E}">
        <p14:creationId xmlns:p14="http://schemas.microsoft.com/office/powerpoint/2010/main" val="31723227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33"/>
          <p:cNvSpPr txBox="1">
            <a:spLocks noGrp="1"/>
          </p:cNvSpPr>
          <p:nvPr>
            <p:ph type="title"/>
          </p:nvPr>
        </p:nvSpPr>
        <p:spPr>
          <a:xfrm>
            <a:off x="524630" y="695834"/>
            <a:ext cx="7866600" cy="698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Dictionaries</a:t>
            </a:r>
          </a:p>
        </p:txBody>
      </p:sp>
      <p:sp>
        <p:nvSpPr>
          <p:cNvPr id="271" name="Google Shape;271;p33"/>
          <p:cNvSpPr txBox="1">
            <a:spLocks noGrp="1"/>
          </p:cNvSpPr>
          <p:nvPr>
            <p:ph type="subTitle" idx="1"/>
          </p:nvPr>
        </p:nvSpPr>
        <p:spPr>
          <a:xfrm>
            <a:off x="450261" y="1394234"/>
            <a:ext cx="8402486" cy="93421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A dictionary is an unordered, changeable (mutable) data type that stores data in key–value pairs, written inside curly braces { }.</a:t>
            </a:r>
          </a:p>
        </p:txBody>
      </p:sp>
      <p:pic>
        <p:nvPicPr>
          <p:cNvPr id="3" name="Picture 2">
            <a:extLst>
              <a:ext uri="{FF2B5EF4-FFF2-40B4-BE49-F238E27FC236}">
                <a16:creationId xmlns:a16="http://schemas.microsoft.com/office/drawing/2014/main" id="{7DE0FEB8-0D8E-4EF6-8A0D-50211FF9FE79}"/>
              </a:ext>
            </a:extLst>
          </p:cNvPr>
          <p:cNvPicPr>
            <a:picLocks noChangeAspect="1"/>
          </p:cNvPicPr>
          <p:nvPr/>
        </p:nvPicPr>
        <p:blipFill>
          <a:blip r:embed="rId3"/>
          <a:stretch>
            <a:fillRect/>
          </a:stretch>
        </p:blipFill>
        <p:spPr>
          <a:xfrm>
            <a:off x="2841768" y="2027850"/>
            <a:ext cx="2475299" cy="1087800"/>
          </a:xfrm>
          <a:prstGeom prst="rect">
            <a:avLst/>
          </a:prstGeom>
        </p:spPr>
      </p:pic>
      <p:pic>
        <p:nvPicPr>
          <p:cNvPr id="6" name="Picture 5">
            <a:extLst>
              <a:ext uri="{FF2B5EF4-FFF2-40B4-BE49-F238E27FC236}">
                <a16:creationId xmlns:a16="http://schemas.microsoft.com/office/drawing/2014/main" id="{58A453B3-2A2F-4BD7-ABD1-6054D6005926}"/>
              </a:ext>
            </a:extLst>
          </p:cNvPr>
          <p:cNvPicPr>
            <a:picLocks noChangeAspect="1"/>
          </p:cNvPicPr>
          <p:nvPr/>
        </p:nvPicPr>
        <p:blipFill>
          <a:blip r:embed="rId4"/>
          <a:stretch>
            <a:fillRect/>
          </a:stretch>
        </p:blipFill>
        <p:spPr>
          <a:xfrm>
            <a:off x="2908631" y="3650828"/>
            <a:ext cx="2530355" cy="1043993"/>
          </a:xfrm>
          <a:prstGeom prst="rect">
            <a:avLst/>
          </a:prstGeom>
        </p:spPr>
      </p:pic>
      <p:sp>
        <p:nvSpPr>
          <p:cNvPr id="11" name="Google Shape;271;p33">
            <a:extLst>
              <a:ext uri="{FF2B5EF4-FFF2-40B4-BE49-F238E27FC236}">
                <a16:creationId xmlns:a16="http://schemas.microsoft.com/office/drawing/2014/main" id="{56FE083B-7C2E-4E32-9AB1-8E5C87339F17}"/>
              </a:ext>
            </a:extLst>
          </p:cNvPr>
          <p:cNvSpPr txBox="1">
            <a:spLocks/>
          </p:cNvSpPr>
          <p:nvPr/>
        </p:nvSpPr>
        <p:spPr>
          <a:xfrm>
            <a:off x="370757" y="3207376"/>
            <a:ext cx="8402486" cy="44345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1pPr>
            <a:lvl2pPr marL="914400" marR="0" lvl="1" indent="-317500" algn="l"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2pPr>
            <a:lvl3pPr marL="1371600" marR="0" lvl="2" indent="-317500" algn="l"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3pPr>
            <a:lvl4pPr marL="1828800" marR="0" lvl="3" indent="-317500" algn="l"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4pPr>
            <a:lvl5pPr marL="2286000" marR="0" lvl="4" indent="-317500" algn="l"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5pPr>
            <a:lvl6pPr marL="2743200" marR="0" lvl="5" indent="-317500" algn="l"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6pPr>
            <a:lvl7pPr marL="3200400" marR="0" lvl="6" indent="-317500" algn="l"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7pPr>
            <a:lvl8pPr marL="3657600" marR="0" lvl="7" indent="-317500" algn="l"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8pPr>
            <a:lvl9pPr marL="4114800" marR="0" lvl="8" indent="-317500" algn="l"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9pPr>
          </a:lstStyle>
          <a:p>
            <a:pPr marL="0" indent="0"/>
            <a:r>
              <a:rPr lang="en-GB" dirty="0"/>
              <a:t>You can also use methods to view </a:t>
            </a:r>
            <a:r>
              <a:rPr lang="en-GB" b="1" dirty="0"/>
              <a:t>keys</a:t>
            </a:r>
            <a:r>
              <a:rPr lang="en-GB" dirty="0"/>
              <a:t>, and </a:t>
            </a:r>
            <a:r>
              <a:rPr lang="en-GB" b="1" dirty="0"/>
              <a:t>values</a:t>
            </a:r>
            <a:r>
              <a:rPr lang="en-GB" dirty="0"/>
              <a:t> of your dictionary</a:t>
            </a:r>
          </a:p>
        </p:txBody>
      </p:sp>
    </p:spTree>
    <p:extLst>
      <p:ext uri="{BB962C8B-B14F-4D97-AF65-F5344CB8AC3E}">
        <p14:creationId xmlns:p14="http://schemas.microsoft.com/office/powerpoint/2010/main" val="17256749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60" name="Google Shape;260;p32"/>
          <p:cNvSpPr txBox="1">
            <a:spLocks noGrp="1"/>
          </p:cNvSpPr>
          <p:nvPr>
            <p:ph type="subTitle" idx="1"/>
          </p:nvPr>
        </p:nvSpPr>
        <p:spPr>
          <a:xfrm>
            <a:off x="3465325" y="3918575"/>
            <a:ext cx="5174400" cy="662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Sets.</a:t>
            </a:r>
            <a:endParaRPr dirty="0"/>
          </a:p>
        </p:txBody>
      </p:sp>
      <p:sp>
        <p:nvSpPr>
          <p:cNvPr id="261" name="Google Shape;261;p32"/>
          <p:cNvSpPr txBox="1">
            <a:spLocks noGrp="1"/>
          </p:cNvSpPr>
          <p:nvPr>
            <p:ph type="title"/>
          </p:nvPr>
        </p:nvSpPr>
        <p:spPr>
          <a:xfrm>
            <a:off x="1860500" y="1532500"/>
            <a:ext cx="3459000" cy="1521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GB" dirty="0"/>
              <a:t>- Sets</a:t>
            </a:r>
          </a:p>
        </p:txBody>
      </p:sp>
      <p:sp>
        <p:nvSpPr>
          <p:cNvPr id="262" name="Google Shape;262;p32"/>
          <p:cNvSpPr txBox="1">
            <a:spLocks noGrp="1"/>
          </p:cNvSpPr>
          <p:nvPr>
            <p:ph type="title" idx="2"/>
          </p:nvPr>
        </p:nvSpPr>
        <p:spPr>
          <a:xfrm>
            <a:off x="779673" y="1910725"/>
            <a:ext cx="778200" cy="764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12</a:t>
            </a:r>
            <a:endParaRPr dirty="0"/>
          </a:p>
        </p:txBody>
      </p:sp>
    </p:spTree>
    <p:extLst>
      <p:ext uri="{BB962C8B-B14F-4D97-AF65-F5344CB8AC3E}">
        <p14:creationId xmlns:p14="http://schemas.microsoft.com/office/powerpoint/2010/main" val="8135729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33"/>
          <p:cNvSpPr txBox="1">
            <a:spLocks noGrp="1"/>
          </p:cNvSpPr>
          <p:nvPr>
            <p:ph type="title"/>
          </p:nvPr>
        </p:nvSpPr>
        <p:spPr>
          <a:xfrm>
            <a:off x="524630" y="695834"/>
            <a:ext cx="7866600" cy="698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Sets</a:t>
            </a:r>
          </a:p>
        </p:txBody>
      </p:sp>
      <p:sp>
        <p:nvSpPr>
          <p:cNvPr id="271" name="Google Shape;271;p33"/>
          <p:cNvSpPr txBox="1">
            <a:spLocks noGrp="1"/>
          </p:cNvSpPr>
          <p:nvPr>
            <p:ph type="subTitle" idx="1"/>
          </p:nvPr>
        </p:nvSpPr>
        <p:spPr>
          <a:xfrm>
            <a:off x="450261" y="1394234"/>
            <a:ext cx="8402486" cy="93421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A set is a collection of unique, unordered, and unindexed elements enclosed in curly braces { }.</a:t>
            </a:r>
          </a:p>
        </p:txBody>
      </p:sp>
      <p:pic>
        <p:nvPicPr>
          <p:cNvPr id="5" name="Picture 4">
            <a:extLst>
              <a:ext uri="{FF2B5EF4-FFF2-40B4-BE49-F238E27FC236}">
                <a16:creationId xmlns:a16="http://schemas.microsoft.com/office/drawing/2014/main" id="{C6D5AEF8-A959-45BA-9843-20C00E232191}"/>
              </a:ext>
            </a:extLst>
          </p:cNvPr>
          <p:cNvPicPr>
            <a:picLocks noChangeAspect="1"/>
          </p:cNvPicPr>
          <p:nvPr/>
        </p:nvPicPr>
        <p:blipFill>
          <a:blip r:embed="rId3"/>
          <a:stretch>
            <a:fillRect/>
          </a:stretch>
        </p:blipFill>
        <p:spPr>
          <a:xfrm>
            <a:off x="4487270" y="1859225"/>
            <a:ext cx="3717065" cy="1044665"/>
          </a:xfrm>
          <a:prstGeom prst="rect">
            <a:avLst/>
          </a:prstGeom>
        </p:spPr>
      </p:pic>
      <p:graphicFrame>
        <p:nvGraphicFramePr>
          <p:cNvPr id="7" name="Table 6">
            <a:extLst>
              <a:ext uri="{FF2B5EF4-FFF2-40B4-BE49-F238E27FC236}">
                <a16:creationId xmlns:a16="http://schemas.microsoft.com/office/drawing/2014/main" id="{85E9A7E1-ADBF-4170-A3A9-0B68BE593D49}"/>
              </a:ext>
            </a:extLst>
          </p:cNvPr>
          <p:cNvGraphicFramePr>
            <a:graphicFrameLocks noGrp="1"/>
          </p:cNvGraphicFramePr>
          <p:nvPr>
            <p:extLst>
              <p:ext uri="{D42A27DB-BD31-4B8C-83A1-F6EECF244321}">
                <p14:modId xmlns:p14="http://schemas.microsoft.com/office/powerpoint/2010/main" val="3283016572"/>
              </p:ext>
            </p:extLst>
          </p:nvPr>
        </p:nvGraphicFramePr>
        <p:xfrm>
          <a:off x="801500" y="3331126"/>
          <a:ext cx="6554340" cy="1341120"/>
        </p:xfrm>
        <a:graphic>
          <a:graphicData uri="http://schemas.openxmlformats.org/drawingml/2006/table">
            <a:tbl>
              <a:tblPr>
                <a:tableStyleId>{616DA210-FB5B-4158-B5E0-FEB733F419BA}</a:tableStyleId>
              </a:tblPr>
              <a:tblGrid>
                <a:gridCol w="2184780">
                  <a:extLst>
                    <a:ext uri="{9D8B030D-6E8A-4147-A177-3AD203B41FA5}">
                      <a16:colId xmlns:a16="http://schemas.microsoft.com/office/drawing/2014/main" val="221130624"/>
                    </a:ext>
                  </a:extLst>
                </a:gridCol>
                <a:gridCol w="2184780">
                  <a:extLst>
                    <a:ext uri="{9D8B030D-6E8A-4147-A177-3AD203B41FA5}">
                      <a16:colId xmlns:a16="http://schemas.microsoft.com/office/drawing/2014/main" val="1343744635"/>
                    </a:ext>
                  </a:extLst>
                </a:gridCol>
                <a:gridCol w="2184780">
                  <a:extLst>
                    <a:ext uri="{9D8B030D-6E8A-4147-A177-3AD203B41FA5}">
                      <a16:colId xmlns:a16="http://schemas.microsoft.com/office/drawing/2014/main" val="2036747646"/>
                    </a:ext>
                  </a:extLst>
                </a:gridCol>
              </a:tblGrid>
              <a:tr h="0">
                <a:tc>
                  <a:txBody>
                    <a:bodyPr/>
                    <a:lstStyle/>
                    <a:p>
                      <a:r>
                        <a:rPr lang="en-GB" dirty="0">
                          <a:latin typeface="VT323" panose="020B0604020202020204" charset="0"/>
                        </a:rPr>
                        <a:t>Operation</a:t>
                      </a:r>
                    </a:p>
                  </a:txBody>
                  <a:tcPr anchor="ctr"/>
                </a:tc>
                <a:tc>
                  <a:txBody>
                    <a:bodyPr/>
                    <a:lstStyle/>
                    <a:p>
                      <a:r>
                        <a:rPr lang="en-GB" dirty="0">
                          <a:latin typeface="VT323" panose="020B0604020202020204" charset="0"/>
                        </a:rPr>
                        <a:t>Example</a:t>
                      </a:r>
                    </a:p>
                  </a:txBody>
                  <a:tcPr anchor="ctr"/>
                </a:tc>
                <a:tc>
                  <a:txBody>
                    <a:bodyPr/>
                    <a:lstStyle/>
                    <a:p>
                      <a:r>
                        <a:rPr lang="en-GB" dirty="0">
                          <a:latin typeface="VT323" panose="020B0604020202020204" charset="0"/>
                        </a:rPr>
                        <a:t>Result</a:t>
                      </a:r>
                    </a:p>
                  </a:txBody>
                  <a:tcPr anchor="ctr"/>
                </a:tc>
                <a:extLst>
                  <a:ext uri="{0D108BD9-81ED-4DB2-BD59-A6C34878D82A}">
                    <a16:rowId xmlns:a16="http://schemas.microsoft.com/office/drawing/2014/main" val="1913709203"/>
                  </a:ext>
                </a:extLst>
              </a:tr>
              <a:tr h="0">
                <a:tc>
                  <a:txBody>
                    <a:bodyPr/>
                    <a:lstStyle/>
                    <a:p>
                      <a:r>
                        <a:rPr lang="en-GB" sz="1100" dirty="0">
                          <a:latin typeface="Roboto Mono" panose="020B0604020202020204" charset="0"/>
                          <a:ea typeface="Roboto Mono" panose="020B0604020202020204" charset="0"/>
                        </a:rPr>
                        <a:t>Add item</a:t>
                      </a:r>
                    </a:p>
                  </a:txBody>
                  <a:tcPr anchor="ctr"/>
                </a:tc>
                <a:tc>
                  <a:txBody>
                    <a:bodyPr/>
                    <a:lstStyle/>
                    <a:p>
                      <a:r>
                        <a:rPr lang="en-GB" sz="1100">
                          <a:latin typeface="Roboto Mono" panose="020B0604020202020204" charset="0"/>
                          <a:ea typeface="Roboto Mono" panose="020B0604020202020204" charset="0"/>
                        </a:rPr>
                        <a:t>fruits.add("orange")</a:t>
                      </a:r>
                    </a:p>
                  </a:txBody>
                  <a:tcPr anchor="ctr"/>
                </a:tc>
                <a:tc>
                  <a:txBody>
                    <a:bodyPr/>
                    <a:lstStyle/>
                    <a:p>
                      <a:r>
                        <a:rPr lang="en-GB" sz="1100" dirty="0">
                          <a:latin typeface="Roboto Mono" panose="020B0604020202020204" charset="0"/>
                          <a:ea typeface="Roboto Mono" panose="020B0604020202020204" charset="0"/>
                        </a:rPr>
                        <a:t>adds "orange"</a:t>
                      </a:r>
                    </a:p>
                  </a:txBody>
                  <a:tcPr anchor="ctr"/>
                </a:tc>
                <a:extLst>
                  <a:ext uri="{0D108BD9-81ED-4DB2-BD59-A6C34878D82A}">
                    <a16:rowId xmlns:a16="http://schemas.microsoft.com/office/drawing/2014/main" val="2891820393"/>
                  </a:ext>
                </a:extLst>
              </a:tr>
              <a:tr h="0">
                <a:tc>
                  <a:txBody>
                    <a:bodyPr/>
                    <a:lstStyle/>
                    <a:p>
                      <a:r>
                        <a:rPr lang="en-GB" sz="1100" dirty="0">
                          <a:latin typeface="Roboto Mono" panose="020B0604020202020204" charset="0"/>
                          <a:ea typeface="Roboto Mono" panose="020B0604020202020204" charset="0"/>
                        </a:rPr>
                        <a:t>Remove item</a:t>
                      </a:r>
                    </a:p>
                  </a:txBody>
                  <a:tcPr anchor="ctr"/>
                </a:tc>
                <a:tc>
                  <a:txBody>
                    <a:bodyPr/>
                    <a:lstStyle/>
                    <a:p>
                      <a:r>
                        <a:rPr lang="en-GB" sz="1100" dirty="0" err="1">
                          <a:latin typeface="Roboto Mono" panose="020B0604020202020204" charset="0"/>
                          <a:ea typeface="Roboto Mono" panose="020B0604020202020204" charset="0"/>
                        </a:rPr>
                        <a:t>fruits.remove</a:t>
                      </a:r>
                      <a:r>
                        <a:rPr lang="en-GB" sz="1100" dirty="0">
                          <a:latin typeface="Roboto Mono" panose="020B0604020202020204" charset="0"/>
                          <a:ea typeface="Roboto Mono" panose="020B0604020202020204" charset="0"/>
                        </a:rPr>
                        <a:t>("apple")</a:t>
                      </a:r>
                    </a:p>
                  </a:txBody>
                  <a:tcPr anchor="ctr"/>
                </a:tc>
                <a:tc>
                  <a:txBody>
                    <a:bodyPr/>
                    <a:lstStyle/>
                    <a:p>
                      <a:r>
                        <a:rPr lang="en-GB" sz="1100" dirty="0">
                          <a:latin typeface="Roboto Mono" panose="020B0604020202020204" charset="0"/>
                          <a:ea typeface="Roboto Mono" panose="020B0604020202020204" charset="0"/>
                        </a:rPr>
                        <a:t>removes "apple"</a:t>
                      </a:r>
                    </a:p>
                  </a:txBody>
                  <a:tcPr anchor="ctr"/>
                </a:tc>
                <a:extLst>
                  <a:ext uri="{0D108BD9-81ED-4DB2-BD59-A6C34878D82A}">
                    <a16:rowId xmlns:a16="http://schemas.microsoft.com/office/drawing/2014/main" val="983818985"/>
                  </a:ext>
                </a:extLst>
              </a:tr>
              <a:tr h="0">
                <a:tc>
                  <a:txBody>
                    <a:bodyPr/>
                    <a:lstStyle/>
                    <a:p>
                      <a:r>
                        <a:rPr lang="en-GB" sz="1100">
                          <a:latin typeface="Roboto Mono" panose="020B0604020202020204" charset="0"/>
                          <a:ea typeface="Roboto Mono" panose="020B0604020202020204" charset="0"/>
                        </a:rPr>
                        <a:t>Length</a:t>
                      </a:r>
                    </a:p>
                  </a:txBody>
                  <a:tcPr anchor="ctr"/>
                </a:tc>
                <a:tc>
                  <a:txBody>
                    <a:bodyPr/>
                    <a:lstStyle/>
                    <a:p>
                      <a:r>
                        <a:rPr lang="en-GB" sz="1100" dirty="0" err="1">
                          <a:latin typeface="Roboto Mono" panose="020B0604020202020204" charset="0"/>
                          <a:ea typeface="Roboto Mono" panose="020B0604020202020204" charset="0"/>
                        </a:rPr>
                        <a:t>len</a:t>
                      </a:r>
                      <a:r>
                        <a:rPr lang="en-GB" sz="1100" dirty="0">
                          <a:latin typeface="Roboto Mono" panose="020B0604020202020204" charset="0"/>
                          <a:ea typeface="Roboto Mono" panose="020B0604020202020204" charset="0"/>
                        </a:rPr>
                        <a:t>(fruits)</a:t>
                      </a:r>
                    </a:p>
                  </a:txBody>
                  <a:tcPr anchor="ctr"/>
                </a:tc>
                <a:tc>
                  <a:txBody>
                    <a:bodyPr/>
                    <a:lstStyle/>
                    <a:p>
                      <a:r>
                        <a:rPr lang="en-GB" sz="1100" dirty="0">
                          <a:latin typeface="Roboto Mono" panose="020B0604020202020204" charset="0"/>
                          <a:ea typeface="Roboto Mono" panose="020B0604020202020204" charset="0"/>
                        </a:rPr>
                        <a:t>number of elements</a:t>
                      </a:r>
                    </a:p>
                  </a:txBody>
                  <a:tcPr anchor="ctr"/>
                </a:tc>
                <a:extLst>
                  <a:ext uri="{0D108BD9-81ED-4DB2-BD59-A6C34878D82A}">
                    <a16:rowId xmlns:a16="http://schemas.microsoft.com/office/drawing/2014/main" val="248289856"/>
                  </a:ext>
                </a:extLst>
              </a:tr>
              <a:tr h="0">
                <a:tc>
                  <a:txBody>
                    <a:bodyPr/>
                    <a:lstStyle/>
                    <a:p>
                      <a:r>
                        <a:rPr lang="en-GB" sz="1100">
                          <a:latin typeface="Roboto Mono" panose="020B0604020202020204" charset="0"/>
                          <a:ea typeface="Roboto Mono" panose="020B0604020202020204" charset="0"/>
                        </a:rPr>
                        <a:t>Clear</a:t>
                      </a:r>
                    </a:p>
                  </a:txBody>
                  <a:tcPr anchor="ctr"/>
                </a:tc>
                <a:tc>
                  <a:txBody>
                    <a:bodyPr/>
                    <a:lstStyle/>
                    <a:p>
                      <a:r>
                        <a:rPr lang="en-GB" sz="1100">
                          <a:latin typeface="Roboto Mono" panose="020B0604020202020204" charset="0"/>
                          <a:ea typeface="Roboto Mono" panose="020B0604020202020204" charset="0"/>
                        </a:rPr>
                        <a:t>fruits.clear()</a:t>
                      </a:r>
                    </a:p>
                  </a:txBody>
                  <a:tcPr anchor="ctr"/>
                </a:tc>
                <a:tc>
                  <a:txBody>
                    <a:bodyPr/>
                    <a:lstStyle/>
                    <a:p>
                      <a:r>
                        <a:rPr lang="en-GB" sz="1100" dirty="0">
                          <a:latin typeface="Roboto Mono" panose="020B0604020202020204" charset="0"/>
                          <a:ea typeface="Roboto Mono" panose="020B0604020202020204" charset="0"/>
                        </a:rPr>
                        <a:t>empties the set</a:t>
                      </a:r>
                    </a:p>
                  </a:txBody>
                  <a:tcPr anchor="ctr"/>
                </a:tc>
                <a:extLst>
                  <a:ext uri="{0D108BD9-81ED-4DB2-BD59-A6C34878D82A}">
                    <a16:rowId xmlns:a16="http://schemas.microsoft.com/office/drawing/2014/main" val="1049372280"/>
                  </a:ext>
                </a:extLst>
              </a:tr>
            </a:tbl>
          </a:graphicData>
        </a:graphic>
      </p:graphicFrame>
      <p:sp>
        <p:nvSpPr>
          <p:cNvPr id="13" name="TextBox 12">
            <a:extLst>
              <a:ext uri="{FF2B5EF4-FFF2-40B4-BE49-F238E27FC236}">
                <a16:creationId xmlns:a16="http://schemas.microsoft.com/office/drawing/2014/main" id="{C94C9953-3EF9-49AB-B1F1-D5CE76CD58D6}"/>
              </a:ext>
            </a:extLst>
          </p:cNvPr>
          <p:cNvSpPr txBox="1"/>
          <p:nvPr/>
        </p:nvSpPr>
        <p:spPr>
          <a:xfrm>
            <a:off x="801500" y="3011180"/>
            <a:ext cx="4572000" cy="307777"/>
          </a:xfrm>
          <a:prstGeom prst="rect">
            <a:avLst/>
          </a:prstGeom>
          <a:noFill/>
        </p:spPr>
        <p:txBody>
          <a:bodyPr wrap="square">
            <a:spAutoFit/>
          </a:bodyPr>
          <a:lstStyle/>
          <a:p>
            <a:r>
              <a:rPr lang="en-GB" b="1" dirty="0">
                <a:latin typeface="Roboto Mono" panose="020B0604020202020204" charset="0"/>
                <a:ea typeface="Roboto Mono" panose="020B0604020202020204" charset="0"/>
              </a:rPr>
              <a:t>Common Operations</a:t>
            </a:r>
          </a:p>
        </p:txBody>
      </p:sp>
    </p:spTree>
    <p:extLst>
      <p:ext uri="{BB962C8B-B14F-4D97-AF65-F5344CB8AC3E}">
        <p14:creationId xmlns:p14="http://schemas.microsoft.com/office/powerpoint/2010/main" val="34686397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60" name="Google Shape;260;p32"/>
          <p:cNvSpPr txBox="1">
            <a:spLocks noGrp="1"/>
          </p:cNvSpPr>
          <p:nvPr>
            <p:ph type="subTitle" idx="1"/>
          </p:nvPr>
        </p:nvSpPr>
        <p:spPr>
          <a:xfrm>
            <a:off x="3465325" y="3918575"/>
            <a:ext cx="5174400" cy="662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Triples!</a:t>
            </a:r>
            <a:endParaRPr dirty="0"/>
          </a:p>
        </p:txBody>
      </p:sp>
      <p:sp>
        <p:nvSpPr>
          <p:cNvPr id="261" name="Google Shape;261;p32"/>
          <p:cNvSpPr txBox="1">
            <a:spLocks noGrp="1"/>
          </p:cNvSpPr>
          <p:nvPr>
            <p:ph type="title"/>
          </p:nvPr>
        </p:nvSpPr>
        <p:spPr>
          <a:xfrm>
            <a:off x="1860500" y="1532500"/>
            <a:ext cx="3459000" cy="1521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GB" dirty="0"/>
              <a:t>Tuples</a:t>
            </a:r>
          </a:p>
        </p:txBody>
      </p:sp>
      <p:sp>
        <p:nvSpPr>
          <p:cNvPr id="262" name="Google Shape;262;p32"/>
          <p:cNvSpPr txBox="1">
            <a:spLocks noGrp="1"/>
          </p:cNvSpPr>
          <p:nvPr>
            <p:ph type="title" idx="2"/>
          </p:nvPr>
        </p:nvSpPr>
        <p:spPr>
          <a:xfrm>
            <a:off x="779673" y="1910725"/>
            <a:ext cx="778200" cy="764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13</a:t>
            </a:r>
            <a:endParaRPr dirty="0"/>
          </a:p>
        </p:txBody>
      </p:sp>
    </p:spTree>
    <p:extLst>
      <p:ext uri="{BB962C8B-B14F-4D97-AF65-F5344CB8AC3E}">
        <p14:creationId xmlns:p14="http://schemas.microsoft.com/office/powerpoint/2010/main" val="96823443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33"/>
          <p:cNvSpPr txBox="1">
            <a:spLocks noGrp="1"/>
          </p:cNvSpPr>
          <p:nvPr>
            <p:ph type="title"/>
          </p:nvPr>
        </p:nvSpPr>
        <p:spPr>
          <a:xfrm>
            <a:off x="524630" y="695834"/>
            <a:ext cx="7866600" cy="698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Tuples</a:t>
            </a:r>
          </a:p>
        </p:txBody>
      </p:sp>
      <p:sp>
        <p:nvSpPr>
          <p:cNvPr id="4" name="TextBox 3">
            <a:extLst>
              <a:ext uri="{FF2B5EF4-FFF2-40B4-BE49-F238E27FC236}">
                <a16:creationId xmlns:a16="http://schemas.microsoft.com/office/drawing/2014/main" id="{82C7EEC0-A79A-4228-BFEE-E4CE5BFFF9E6}"/>
              </a:ext>
            </a:extLst>
          </p:cNvPr>
          <p:cNvSpPr txBox="1"/>
          <p:nvPr/>
        </p:nvSpPr>
        <p:spPr>
          <a:xfrm>
            <a:off x="524630" y="1415928"/>
            <a:ext cx="8405188" cy="954107"/>
          </a:xfrm>
          <a:prstGeom prst="rect">
            <a:avLst/>
          </a:prstGeom>
          <a:noFill/>
        </p:spPr>
        <p:txBody>
          <a:bodyPr wrap="square" rtlCol="0">
            <a:spAutoFit/>
          </a:bodyPr>
          <a:lstStyle/>
          <a:p>
            <a:r>
              <a:rPr lang="en-GB" dirty="0">
                <a:latin typeface="Roboto Mono" panose="020B0604020202020204" charset="0"/>
                <a:ea typeface="Roboto Mono" panose="020B0604020202020204" charset="0"/>
              </a:rPr>
              <a:t>In Python, a tuple is an ordered and immutable collection of items.</a:t>
            </a:r>
          </a:p>
          <a:p>
            <a:r>
              <a:rPr lang="en-GB" dirty="0">
                <a:latin typeface="Roboto Mono" panose="020B0604020202020204" charset="0"/>
                <a:ea typeface="Roboto Mono" panose="020B0604020202020204" charset="0"/>
              </a:rPr>
              <a:t>It’s similar to a list, but you can’t change (add, remove, or modify) its elements after it’s created.</a:t>
            </a:r>
          </a:p>
          <a:p>
            <a:endParaRPr lang="en-GB" dirty="0">
              <a:latin typeface="Roboto Mono" panose="020B0604020202020204" charset="0"/>
              <a:ea typeface="Roboto Mono" panose="020B0604020202020204" charset="0"/>
            </a:endParaRPr>
          </a:p>
        </p:txBody>
      </p:sp>
      <p:pic>
        <p:nvPicPr>
          <p:cNvPr id="8" name="Picture 7">
            <a:extLst>
              <a:ext uri="{FF2B5EF4-FFF2-40B4-BE49-F238E27FC236}">
                <a16:creationId xmlns:a16="http://schemas.microsoft.com/office/drawing/2014/main" id="{94D2924F-7BFC-4C56-81E0-3DE266B00068}"/>
              </a:ext>
            </a:extLst>
          </p:cNvPr>
          <p:cNvPicPr>
            <a:picLocks noChangeAspect="1"/>
          </p:cNvPicPr>
          <p:nvPr/>
        </p:nvPicPr>
        <p:blipFill>
          <a:blip r:embed="rId3"/>
          <a:stretch>
            <a:fillRect/>
          </a:stretch>
        </p:blipFill>
        <p:spPr>
          <a:xfrm>
            <a:off x="4457930" y="2104906"/>
            <a:ext cx="3207667" cy="933688"/>
          </a:xfrm>
          <a:prstGeom prst="rect">
            <a:avLst/>
          </a:prstGeom>
        </p:spPr>
      </p:pic>
      <p:graphicFrame>
        <p:nvGraphicFramePr>
          <p:cNvPr id="9" name="Table 8">
            <a:extLst>
              <a:ext uri="{FF2B5EF4-FFF2-40B4-BE49-F238E27FC236}">
                <a16:creationId xmlns:a16="http://schemas.microsoft.com/office/drawing/2014/main" id="{FD4E0A37-7DE4-4DC5-BCB8-DC7527D3436B}"/>
              </a:ext>
            </a:extLst>
          </p:cNvPr>
          <p:cNvGraphicFramePr>
            <a:graphicFrameLocks noGrp="1"/>
          </p:cNvGraphicFramePr>
          <p:nvPr>
            <p:extLst>
              <p:ext uri="{D42A27DB-BD31-4B8C-83A1-F6EECF244321}">
                <p14:modId xmlns:p14="http://schemas.microsoft.com/office/powerpoint/2010/main" val="1528920877"/>
              </p:ext>
            </p:extLst>
          </p:nvPr>
        </p:nvGraphicFramePr>
        <p:xfrm>
          <a:off x="598718" y="3296336"/>
          <a:ext cx="7718424" cy="1341120"/>
        </p:xfrm>
        <a:graphic>
          <a:graphicData uri="http://schemas.openxmlformats.org/drawingml/2006/table">
            <a:tbl>
              <a:tblPr>
                <a:tableStyleId>{616DA210-FB5B-4158-B5E0-FEB733F419BA}</a:tableStyleId>
              </a:tblPr>
              <a:tblGrid>
                <a:gridCol w="2572808">
                  <a:extLst>
                    <a:ext uri="{9D8B030D-6E8A-4147-A177-3AD203B41FA5}">
                      <a16:colId xmlns:a16="http://schemas.microsoft.com/office/drawing/2014/main" val="992994274"/>
                    </a:ext>
                  </a:extLst>
                </a:gridCol>
                <a:gridCol w="2572808">
                  <a:extLst>
                    <a:ext uri="{9D8B030D-6E8A-4147-A177-3AD203B41FA5}">
                      <a16:colId xmlns:a16="http://schemas.microsoft.com/office/drawing/2014/main" val="3673771257"/>
                    </a:ext>
                  </a:extLst>
                </a:gridCol>
                <a:gridCol w="2572808">
                  <a:extLst>
                    <a:ext uri="{9D8B030D-6E8A-4147-A177-3AD203B41FA5}">
                      <a16:colId xmlns:a16="http://schemas.microsoft.com/office/drawing/2014/main" val="3280688001"/>
                    </a:ext>
                  </a:extLst>
                </a:gridCol>
              </a:tblGrid>
              <a:tr h="0">
                <a:tc>
                  <a:txBody>
                    <a:bodyPr/>
                    <a:lstStyle/>
                    <a:p>
                      <a:r>
                        <a:rPr lang="en-GB" dirty="0">
                          <a:latin typeface="VT323" panose="020B0604020202020204" charset="0"/>
                        </a:rPr>
                        <a:t>Operation</a:t>
                      </a:r>
                    </a:p>
                  </a:txBody>
                  <a:tcPr anchor="ctr"/>
                </a:tc>
                <a:tc>
                  <a:txBody>
                    <a:bodyPr/>
                    <a:lstStyle/>
                    <a:p>
                      <a:r>
                        <a:rPr lang="en-GB" dirty="0">
                          <a:latin typeface="VT323" panose="020B0604020202020204" charset="0"/>
                        </a:rPr>
                        <a:t>Example</a:t>
                      </a:r>
                    </a:p>
                  </a:txBody>
                  <a:tcPr anchor="ctr"/>
                </a:tc>
                <a:tc>
                  <a:txBody>
                    <a:bodyPr/>
                    <a:lstStyle/>
                    <a:p>
                      <a:r>
                        <a:rPr lang="en-GB" dirty="0">
                          <a:latin typeface="VT323" panose="020B0604020202020204" charset="0"/>
                        </a:rPr>
                        <a:t>Result</a:t>
                      </a:r>
                    </a:p>
                  </a:txBody>
                  <a:tcPr anchor="ctr"/>
                </a:tc>
                <a:extLst>
                  <a:ext uri="{0D108BD9-81ED-4DB2-BD59-A6C34878D82A}">
                    <a16:rowId xmlns:a16="http://schemas.microsoft.com/office/drawing/2014/main" val="2346269991"/>
                  </a:ext>
                </a:extLst>
              </a:tr>
              <a:tr h="0">
                <a:tc>
                  <a:txBody>
                    <a:bodyPr/>
                    <a:lstStyle/>
                    <a:p>
                      <a:r>
                        <a:rPr lang="en-GB" sz="1100" dirty="0">
                          <a:latin typeface="Roboto Mono" panose="020B0604020202020204" charset="0"/>
                          <a:ea typeface="Roboto Mono" panose="020B0604020202020204" charset="0"/>
                        </a:rPr>
                        <a:t>Length</a:t>
                      </a:r>
                    </a:p>
                  </a:txBody>
                  <a:tcPr anchor="ctr"/>
                </a:tc>
                <a:tc>
                  <a:txBody>
                    <a:bodyPr/>
                    <a:lstStyle/>
                    <a:p>
                      <a:r>
                        <a:rPr lang="en-GB" sz="1100" dirty="0" err="1">
                          <a:latin typeface="Roboto Mono" panose="020B0604020202020204" charset="0"/>
                          <a:ea typeface="Roboto Mono" panose="020B0604020202020204" charset="0"/>
                        </a:rPr>
                        <a:t>len</a:t>
                      </a:r>
                      <a:r>
                        <a:rPr lang="en-GB" sz="1100" dirty="0">
                          <a:latin typeface="Roboto Mono" panose="020B0604020202020204" charset="0"/>
                          <a:ea typeface="Roboto Mono" panose="020B0604020202020204" charset="0"/>
                        </a:rPr>
                        <a:t>(</a:t>
                      </a:r>
                      <a:r>
                        <a:rPr lang="en-GB" sz="1100" dirty="0" err="1">
                          <a:latin typeface="Roboto Mono" panose="020B0604020202020204" charset="0"/>
                          <a:ea typeface="Roboto Mono" panose="020B0604020202020204" charset="0"/>
                        </a:rPr>
                        <a:t>colors</a:t>
                      </a:r>
                      <a:r>
                        <a:rPr lang="en-GB" sz="1100" dirty="0">
                          <a:latin typeface="Roboto Mono" panose="020B0604020202020204" charset="0"/>
                          <a:ea typeface="Roboto Mono" panose="020B0604020202020204" charset="0"/>
                        </a:rPr>
                        <a:t>)</a:t>
                      </a:r>
                    </a:p>
                  </a:txBody>
                  <a:tcPr anchor="ctr"/>
                </a:tc>
                <a:tc>
                  <a:txBody>
                    <a:bodyPr/>
                    <a:lstStyle/>
                    <a:p>
                      <a:r>
                        <a:rPr lang="en-GB" sz="1100">
                          <a:latin typeface="Roboto Mono" panose="020B0604020202020204" charset="0"/>
                          <a:ea typeface="Roboto Mono" panose="020B0604020202020204" charset="0"/>
                        </a:rPr>
                        <a:t>3</a:t>
                      </a:r>
                    </a:p>
                  </a:txBody>
                  <a:tcPr anchor="ctr"/>
                </a:tc>
                <a:extLst>
                  <a:ext uri="{0D108BD9-81ED-4DB2-BD59-A6C34878D82A}">
                    <a16:rowId xmlns:a16="http://schemas.microsoft.com/office/drawing/2014/main" val="1613794196"/>
                  </a:ext>
                </a:extLst>
              </a:tr>
              <a:tr h="0">
                <a:tc>
                  <a:txBody>
                    <a:bodyPr/>
                    <a:lstStyle/>
                    <a:p>
                      <a:r>
                        <a:rPr lang="en-GB" sz="1100">
                          <a:latin typeface="Roboto Mono" panose="020B0604020202020204" charset="0"/>
                          <a:ea typeface="Roboto Mono" panose="020B0604020202020204" charset="0"/>
                        </a:rPr>
                        <a:t>Count occurrences</a:t>
                      </a:r>
                    </a:p>
                  </a:txBody>
                  <a:tcPr anchor="ctr"/>
                </a:tc>
                <a:tc>
                  <a:txBody>
                    <a:bodyPr/>
                    <a:lstStyle/>
                    <a:p>
                      <a:r>
                        <a:rPr lang="en-GB" sz="1100">
                          <a:latin typeface="Roboto Mono" panose="020B0604020202020204" charset="0"/>
                          <a:ea typeface="Roboto Mono" panose="020B0604020202020204" charset="0"/>
                        </a:rPr>
                        <a:t>colors.count("red")</a:t>
                      </a:r>
                    </a:p>
                  </a:txBody>
                  <a:tcPr anchor="ctr"/>
                </a:tc>
                <a:tc>
                  <a:txBody>
                    <a:bodyPr/>
                    <a:lstStyle/>
                    <a:p>
                      <a:r>
                        <a:rPr lang="en-GB" sz="1100">
                          <a:latin typeface="Roboto Mono" panose="020B0604020202020204" charset="0"/>
                          <a:ea typeface="Roboto Mono" panose="020B0604020202020204" charset="0"/>
                        </a:rPr>
                        <a:t>1</a:t>
                      </a:r>
                    </a:p>
                  </a:txBody>
                  <a:tcPr anchor="ctr"/>
                </a:tc>
                <a:extLst>
                  <a:ext uri="{0D108BD9-81ED-4DB2-BD59-A6C34878D82A}">
                    <a16:rowId xmlns:a16="http://schemas.microsoft.com/office/drawing/2014/main" val="2989491091"/>
                  </a:ext>
                </a:extLst>
              </a:tr>
              <a:tr h="0">
                <a:tc>
                  <a:txBody>
                    <a:bodyPr/>
                    <a:lstStyle/>
                    <a:p>
                      <a:r>
                        <a:rPr lang="en-GB" sz="1100">
                          <a:latin typeface="Roboto Mono" panose="020B0604020202020204" charset="0"/>
                          <a:ea typeface="Roboto Mono" panose="020B0604020202020204" charset="0"/>
                        </a:rPr>
                        <a:t>Find index</a:t>
                      </a:r>
                    </a:p>
                  </a:txBody>
                  <a:tcPr anchor="ctr"/>
                </a:tc>
                <a:tc>
                  <a:txBody>
                    <a:bodyPr/>
                    <a:lstStyle/>
                    <a:p>
                      <a:r>
                        <a:rPr lang="en-GB" sz="1100" dirty="0" err="1">
                          <a:latin typeface="Roboto Mono" panose="020B0604020202020204" charset="0"/>
                          <a:ea typeface="Roboto Mono" panose="020B0604020202020204" charset="0"/>
                        </a:rPr>
                        <a:t>colors.index</a:t>
                      </a:r>
                      <a:r>
                        <a:rPr lang="en-GB" sz="1100" dirty="0">
                          <a:latin typeface="Roboto Mono" panose="020B0604020202020204" charset="0"/>
                          <a:ea typeface="Roboto Mono" panose="020B0604020202020204" charset="0"/>
                        </a:rPr>
                        <a:t>("green")</a:t>
                      </a:r>
                    </a:p>
                  </a:txBody>
                  <a:tcPr anchor="ctr"/>
                </a:tc>
                <a:tc>
                  <a:txBody>
                    <a:bodyPr/>
                    <a:lstStyle/>
                    <a:p>
                      <a:r>
                        <a:rPr lang="en-GB" sz="1100">
                          <a:latin typeface="Roboto Mono" panose="020B0604020202020204" charset="0"/>
                          <a:ea typeface="Roboto Mono" panose="020B0604020202020204" charset="0"/>
                        </a:rPr>
                        <a:t>1</a:t>
                      </a:r>
                    </a:p>
                  </a:txBody>
                  <a:tcPr anchor="ctr"/>
                </a:tc>
                <a:extLst>
                  <a:ext uri="{0D108BD9-81ED-4DB2-BD59-A6C34878D82A}">
                    <a16:rowId xmlns:a16="http://schemas.microsoft.com/office/drawing/2014/main" val="1410339364"/>
                  </a:ext>
                </a:extLst>
              </a:tr>
              <a:tr h="0">
                <a:tc>
                  <a:txBody>
                    <a:bodyPr/>
                    <a:lstStyle/>
                    <a:p>
                      <a:r>
                        <a:rPr lang="en-GB" sz="1100">
                          <a:latin typeface="Roboto Mono" panose="020B0604020202020204" charset="0"/>
                          <a:ea typeface="Roboto Mono" panose="020B0604020202020204" charset="0"/>
                        </a:rPr>
                        <a:t>Combine</a:t>
                      </a:r>
                    </a:p>
                  </a:txBody>
                  <a:tcPr anchor="ctr"/>
                </a:tc>
                <a:tc>
                  <a:txBody>
                    <a:bodyPr/>
                    <a:lstStyle/>
                    <a:p>
                      <a:r>
                        <a:rPr lang="en-GB" sz="1100">
                          <a:latin typeface="Roboto Mono" panose="020B0604020202020204" charset="0"/>
                          <a:ea typeface="Roboto Mono" panose="020B0604020202020204" charset="0"/>
                        </a:rPr>
                        <a:t>new = colors + ("yellow",)</a:t>
                      </a:r>
                    </a:p>
                  </a:txBody>
                  <a:tcPr anchor="ctr"/>
                </a:tc>
                <a:tc>
                  <a:txBody>
                    <a:bodyPr/>
                    <a:lstStyle/>
                    <a:p>
                      <a:r>
                        <a:rPr lang="en-GB" sz="1100" dirty="0">
                          <a:latin typeface="Roboto Mono" panose="020B0604020202020204" charset="0"/>
                          <a:ea typeface="Roboto Mono" panose="020B0604020202020204" charset="0"/>
                        </a:rPr>
                        <a:t>new tuple</a:t>
                      </a:r>
                    </a:p>
                  </a:txBody>
                  <a:tcPr anchor="ctr"/>
                </a:tc>
                <a:extLst>
                  <a:ext uri="{0D108BD9-81ED-4DB2-BD59-A6C34878D82A}">
                    <a16:rowId xmlns:a16="http://schemas.microsoft.com/office/drawing/2014/main" val="3180857773"/>
                  </a:ext>
                </a:extLst>
              </a:tr>
            </a:tbl>
          </a:graphicData>
        </a:graphic>
      </p:graphicFrame>
      <p:sp>
        <p:nvSpPr>
          <p:cNvPr id="14" name="TextBox 13">
            <a:extLst>
              <a:ext uri="{FF2B5EF4-FFF2-40B4-BE49-F238E27FC236}">
                <a16:creationId xmlns:a16="http://schemas.microsoft.com/office/drawing/2014/main" id="{0565C148-F32C-4106-BEEA-417EB5880220}"/>
              </a:ext>
            </a:extLst>
          </p:cNvPr>
          <p:cNvSpPr txBox="1"/>
          <p:nvPr/>
        </p:nvSpPr>
        <p:spPr>
          <a:xfrm>
            <a:off x="598718" y="2919519"/>
            <a:ext cx="4572000" cy="307777"/>
          </a:xfrm>
          <a:prstGeom prst="rect">
            <a:avLst/>
          </a:prstGeom>
          <a:noFill/>
        </p:spPr>
        <p:txBody>
          <a:bodyPr wrap="square">
            <a:spAutoFit/>
          </a:bodyPr>
          <a:lstStyle/>
          <a:p>
            <a:r>
              <a:rPr lang="en-GB" b="1" dirty="0">
                <a:latin typeface="Roboto Mono" panose="020B0604020202020204" charset="0"/>
                <a:ea typeface="Roboto Mono" panose="020B0604020202020204" charset="0"/>
              </a:rPr>
              <a:t>Common Operations</a:t>
            </a:r>
          </a:p>
        </p:txBody>
      </p:sp>
    </p:spTree>
    <p:extLst>
      <p:ext uri="{BB962C8B-B14F-4D97-AF65-F5344CB8AC3E}">
        <p14:creationId xmlns:p14="http://schemas.microsoft.com/office/powerpoint/2010/main" val="5149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60" name="Google Shape;260;p32"/>
          <p:cNvSpPr txBox="1">
            <a:spLocks noGrp="1"/>
          </p:cNvSpPr>
          <p:nvPr>
            <p:ph type="subTitle" idx="1"/>
          </p:nvPr>
        </p:nvSpPr>
        <p:spPr>
          <a:xfrm>
            <a:off x="3465325" y="3918575"/>
            <a:ext cx="5174400" cy="662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loopy</a:t>
            </a:r>
            <a:endParaRPr dirty="0"/>
          </a:p>
        </p:txBody>
      </p:sp>
      <p:sp>
        <p:nvSpPr>
          <p:cNvPr id="261" name="Google Shape;261;p32"/>
          <p:cNvSpPr txBox="1">
            <a:spLocks noGrp="1"/>
          </p:cNvSpPr>
          <p:nvPr>
            <p:ph type="title"/>
          </p:nvPr>
        </p:nvSpPr>
        <p:spPr>
          <a:xfrm>
            <a:off x="1860500" y="1532500"/>
            <a:ext cx="3459000" cy="1521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GB" dirty="0"/>
              <a:t>Loops</a:t>
            </a:r>
          </a:p>
        </p:txBody>
      </p:sp>
      <p:sp>
        <p:nvSpPr>
          <p:cNvPr id="262" name="Google Shape;262;p32"/>
          <p:cNvSpPr txBox="1">
            <a:spLocks noGrp="1"/>
          </p:cNvSpPr>
          <p:nvPr>
            <p:ph type="title" idx="2"/>
          </p:nvPr>
        </p:nvSpPr>
        <p:spPr>
          <a:xfrm>
            <a:off x="779673" y="1910725"/>
            <a:ext cx="778200" cy="764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14</a:t>
            </a:r>
            <a:endParaRPr dirty="0"/>
          </a:p>
        </p:txBody>
      </p:sp>
    </p:spTree>
    <p:extLst>
      <p:ext uri="{BB962C8B-B14F-4D97-AF65-F5344CB8AC3E}">
        <p14:creationId xmlns:p14="http://schemas.microsoft.com/office/powerpoint/2010/main" val="32103079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33"/>
          <p:cNvSpPr txBox="1">
            <a:spLocks noGrp="1"/>
          </p:cNvSpPr>
          <p:nvPr>
            <p:ph type="title"/>
          </p:nvPr>
        </p:nvSpPr>
        <p:spPr>
          <a:xfrm>
            <a:off x="524630" y="695834"/>
            <a:ext cx="7866600" cy="698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Loops</a:t>
            </a:r>
          </a:p>
        </p:txBody>
      </p:sp>
      <p:sp>
        <p:nvSpPr>
          <p:cNvPr id="4" name="TextBox 3">
            <a:extLst>
              <a:ext uri="{FF2B5EF4-FFF2-40B4-BE49-F238E27FC236}">
                <a16:creationId xmlns:a16="http://schemas.microsoft.com/office/drawing/2014/main" id="{82C7EEC0-A79A-4228-BFEE-E4CE5BFFF9E6}"/>
              </a:ext>
            </a:extLst>
          </p:cNvPr>
          <p:cNvSpPr txBox="1"/>
          <p:nvPr/>
        </p:nvSpPr>
        <p:spPr>
          <a:xfrm>
            <a:off x="524630" y="1415928"/>
            <a:ext cx="8405188" cy="738664"/>
          </a:xfrm>
          <a:prstGeom prst="rect">
            <a:avLst/>
          </a:prstGeom>
          <a:noFill/>
        </p:spPr>
        <p:txBody>
          <a:bodyPr wrap="square" rtlCol="0">
            <a:spAutoFit/>
          </a:bodyPr>
          <a:lstStyle/>
          <a:p>
            <a:r>
              <a:rPr lang="en-GB" dirty="0">
                <a:latin typeface="Roboto Mono" panose="020B0604020202020204" charset="0"/>
                <a:ea typeface="Roboto Mono" panose="020B0604020202020204" charset="0"/>
              </a:rPr>
              <a:t>a loop is a way to repeat a block of code multiple times without writing it over and over. Loops are useful when you want to perform the same action for a set of items, until a condition is met, or a certain number of times.</a:t>
            </a:r>
          </a:p>
        </p:txBody>
      </p:sp>
      <p:pic>
        <p:nvPicPr>
          <p:cNvPr id="3" name="Picture 2">
            <a:extLst>
              <a:ext uri="{FF2B5EF4-FFF2-40B4-BE49-F238E27FC236}">
                <a16:creationId xmlns:a16="http://schemas.microsoft.com/office/drawing/2014/main" id="{C63EEA47-823A-4E6E-80D2-0CCBE8572451}"/>
              </a:ext>
            </a:extLst>
          </p:cNvPr>
          <p:cNvPicPr>
            <a:picLocks noChangeAspect="1"/>
          </p:cNvPicPr>
          <p:nvPr/>
        </p:nvPicPr>
        <p:blipFill>
          <a:blip r:embed="rId3"/>
          <a:stretch>
            <a:fillRect/>
          </a:stretch>
        </p:blipFill>
        <p:spPr>
          <a:xfrm>
            <a:off x="622843" y="3202405"/>
            <a:ext cx="2635909" cy="1245261"/>
          </a:xfrm>
          <a:prstGeom prst="rect">
            <a:avLst/>
          </a:prstGeom>
        </p:spPr>
      </p:pic>
      <p:sp>
        <p:nvSpPr>
          <p:cNvPr id="11" name="TextBox 10">
            <a:extLst>
              <a:ext uri="{FF2B5EF4-FFF2-40B4-BE49-F238E27FC236}">
                <a16:creationId xmlns:a16="http://schemas.microsoft.com/office/drawing/2014/main" id="{1BA27A15-7A55-415A-B89D-52509E38A1E7}"/>
              </a:ext>
            </a:extLst>
          </p:cNvPr>
          <p:cNvSpPr txBox="1"/>
          <p:nvPr/>
        </p:nvSpPr>
        <p:spPr>
          <a:xfrm>
            <a:off x="622843" y="2309166"/>
            <a:ext cx="2635909" cy="738664"/>
          </a:xfrm>
          <a:prstGeom prst="rect">
            <a:avLst/>
          </a:prstGeom>
          <a:noFill/>
        </p:spPr>
        <p:txBody>
          <a:bodyPr wrap="square" rtlCol="0">
            <a:spAutoFit/>
          </a:bodyPr>
          <a:lstStyle/>
          <a:p>
            <a:pPr algn="ctr"/>
            <a:r>
              <a:rPr lang="en-GB" b="1" dirty="0">
                <a:latin typeface="Roboto Mono" panose="020B0604020202020204" charset="0"/>
                <a:ea typeface="Roboto Mono" panose="020B0604020202020204" charset="0"/>
              </a:rPr>
              <a:t>for loop</a:t>
            </a:r>
          </a:p>
          <a:p>
            <a:pPr algn="ctr"/>
            <a:r>
              <a:rPr lang="en-GB" dirty="0">
                <a:latin typeface="Roboto Mono" panose="020B0604020202020204" charset="0"/>
                <a:ea typeface="Roboto Mono" panose="020B0604020202020204" charset="0"/>
              </a:rPr>
              <a:t>repeats code for each item in a sequence</a:t>
            </a:r>
          </a:p>
        </p:txBody>
      </p:sp>
      <p:pic>
        <p:nvPicPr>
          <p:cNvPr id="13" name="Picture 12">
            <a:extLst>
              <a:ext uri="{FF2B5EF4-FFF2-40B4-BE49-F238E27FC236}">
                <a16:creationId xmlns:a16="http://schemas.microsoft.com/office/drawing/2014/main" id="{C89844BB-6511-42D1-B43A-E71ECC4B95D1}"/>
              </a:ext>
            </a:extLst>
          </p:cNvPr>
          <p:cNvPicPr>
            <a:picLocks noChangeAspect="1"/>
          </p:cNvPicPr>
          <p:nvPr/>
        </p:nvPicPr>
        <p:blipFill>
          <a:blip r:embed="rId4"/>
          <a:stretch>
            <a:fillRect/>
          </a:stretch>
        </p:blipFill>
        <p:spPr>
          <a:xfrm>
            <a:off x="5309732" y="3202404"/>
            <a:ext cx="1788722" cy="1521305"/>
          </a:xfrm>
          <a:prstGeom prst="rect">
            <a:avLst/>
          </a:prstGeom>
        </p:spPr>
      </p:pic>
      <p:sp>
        <p:nvSpPr>
          <p:cNvPr id="16" name="TextBox 15">
            <a:extLst>
              <a:ext uri="{FF2B5EF4-FFF2-40B4-BE49-F238E27FC236}">
                <a16:creationId xmlns:a16="http://schemas.microsoft.com/office/drawing/2014/main" id="{51FEEBEF-5BB8-4974-B98E-49B3B38EE343}"/>
              </a:ext>
            </a:extLst>
          </p:cNvPr>
          <p:cNvSpPr txBox="1"/>
          <p:nvPr/>
        </p:nvSpPr>
        <p:spPr>
          <a:xfrm>
            <a:off x="4838725" y="2309166"/>
            <a:ext cx="2635909" cy="738664"/>
          </a:xfrm>
          <a:prstGeom prst="rect">
            <a:avLst/>
          </a:prstGeom>
          <a:noFill/>
        </p:spPr>
        <p:txBody>
          <a:bodyPr wrap="square" rtlCol="0">
            <a:spAutoFit/>
          </a:bodyPr>
          <a:lstStyle/>
          <a:p>
            <a:pPr algn="ctr"/>
            <a:r>
              <a:rPr lang="en-GB" b="1" dirty="0">
                <a:latin typeface="Roboto Mono" panose="020B0604020202020204" charset="0"/>
                <a:ea typeface="Roboto Mono" panose="020B0604020202020204" charset="0"/>
              </a:rPr>
              <a:t>while loop </a:t>
            </a:r>
          </a:p>
          <a:p>
            <a:pPr algn="ctr"/>
            <a:r>
              <a:rPr lang="en-GB" dirty="0">
                <a:latin typeface="Roboto Mono" panose="020B0604020202020204" charset="0"/>
                <a:ea typeface="Roboto Mono" panose="020B0604020202020204" charset="0"/>
              </a:rPr>
              <a:t>repeats code as long as a condition is true.</a:t>
            </a:r>
          </a:p>
        </p:txBody>
      </p:sp>
    </p:spTree>
    <p:extLst>
      <p:ext uri="{BB962C8B-B14F-4D97-AF65-F5344CB8AC3E}">
        <p14:creationId xmlns:p14="http://schemas.microsoft.com/office/powerpoint/2010/main" val="29872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60" name="Google Shape;260;p32"/>
          <p:cNvSpPr txBox="1">
            <a:spLocks noGrp="1"/>
          </p:cNvSpPr>
          <p:nvPr>
            <p:ph type="subTitle" idx="1"/>
          </p:nvPr>
        </p:nvSpPr>
        <p:spPr>
          <a:xfrm>
            <a:off x="3465325" y="3918575"/>
            <a:ext cx="5174400" cy="662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The mathematical library</a:t>
            </a:r>
            <a:endParaRPr dirty="0"/>
          </a:p>
        </p:txBody>
      </p:sp>
      <p:sp>
        <p:nvSpPr>
          <p:cNvPr id="261" name="Google Shape;261;p32"/>
          <p:cNvSpPr txBox="1">
            <a:spLocks noGrp="1"/>
          </p:cNvSpPr>
          <p:nvPr>
            <p:ph type="title"/>
          </p:nvPr>
        </p:nvSpPr>
        <p:spPr>
          <a:xfrm>
            <a:off x="1860500" y="1532500"/>
            <a:ext cx="3459000" cy="1521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GB" dirty="0"/>
              <a:t>NumPy Library</a:t>
            </a:r>
          </a:p>
        </p:txBody>
      </p:sp>
      <p:sp>
        <p:nvSpPr>
          <p:cNvPr id="262" name="Google Shape;262;p32"/>
          <p:cNvSpPr txBox="1">
            <a:spLocks noGrp="1"/>
          </p:cNvSpPr>
          <p:nvPr>
            <p:ph type="title" idx="2"/>
          </p:nvPr>
        </p:nvSpPr>
        <p:spPr>
          <a:xfrm>
            <a:off x="779673" y="1910725"/>
            <a:ext cx="778200" cy="764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15</a:t>
            </a:r>
            <a:endParaRPr dirty="0"/>
          </a:p>
        </p:txBody>
      </p:sp>
    </p:spTree>
    <p:extLst>
      <p:ext uri="{BB962C8B-B14F-4D97-AF65-F5344CB8AC3E}">
        <p14:creationId xmlns:p14="http://schemas.microsoft.com/office/powerpoint/2010/main" val="100296706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33"/>
          <p:cNvSpPr txBox="1">
            <a:spLocks noGrp="1"/>
          </p:cNvSpPr>
          <p:nvPr>
            <p:ph type="title"/>
          </p:nvPr>
        </p:nvSpPr>
        <p:spPr>
          <a:xfrm>
            <a:off x="524630" y="695834"/>
            <a:ext cx="7866600" cy="698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NumPy Library</a:t>
            </a:r>
          </a:p>
        </p:txBody>
      </p:sp>
      <p:sp>
        <p:nvSpPr>
          <p:cNvPr id="4" name="TextBox 3">
            <a:extLst>
              <a:ext uri="{FF2B5EF4-FFF2-40B4-BE49-F238E27FC236}">
                <a16:creationId xmlns:a16="http://schemas.microsoft.com/office/drawing/2014/main" id="{82C7EEC0-A79A-4228-BFEE-E4CE5BFFF9E6}"/>
              </a:ext>
            </a:extLst>
          </p:cNvPr>
          <p:cNvSpPr txBox="1"/>
          <p:nvPr/>
        </p:nvSpPr>
        <p:spPr>
          <a:xfrm>
            <a:off x="524630" y="1415928"/>
            <a:ext cx="8405188" cy="954107"/>
          </a:xfrm>
          <a:prstGeom prst="rect">
            <a:avLst/>
          </a:prstGeom>
          <a:noFill/>
        </p:spPr>
        <p:txBody>
          <a:bodyPr wrap="square" rtlCol="0">
            <a:spAutoFit/>
          </a:bodyPr>
          <a:lstStyle/>
          <a:p>
            <a:r>
              <a:rPr lang="en-GB" dirty="0">
                <a:latin typeface="Roboto Mono" panose="020B0604020202020204" charset="0"/>
                <a:ea typeface="Roboto Mono" panose="020B0604020202020204" charset="0"/>
              </a:rPr>
              <a:t>NumPy (short for Numerical Python) is a fundamental library in Python for numerical computing and data manipulation. It is widely used in data science, machine learning, and scientific computing because it makes working with numbers fast and efficient.</a:t>
            </a:r>
          </a:p>
        </p:txBody>
      </p:sp>
      <p:pic>
        <p:nvPicPr>
          <p:cNvPr id="5" name="Picture 4">
            <a:extLst>
              <a:ext uri="{FF2B5EF4-FFF2-40B4-BE49-F238E27FC236}">
                <a16:creationId xmlns:a16="http://schemas.microsoft.com/office/drawing/2014/main" id="{950C78CB-597B-4058-856B-9ADD2BA195D3}"/>
              </a:ext>
            </a:extLst>
          </p:cNvPr>
          <p:cNvPicPr>
            <a:picLocks noChangeAspect="1"/>
          </p:cNvPicPr>
          <p:nvPr/>
        </p:nvPicPr>
        <p:blipFill>
          <a:blip r:embed="rId3"/>
          <a:stretch>
            <a:fillRect/>
          </a:stretch>
        </p:blipFill>
        <p:spPr>
          <a:xfrm>
            <a:off x="3181176" y="2391729"/>
            <a:ext cx="2781648" cy="1226974"/>
          </a:xfrm>
          <a:prstGeom prst="rect">
            <a:avLst/>
          </a:prstGeom>
        </p:spPr>
      </p:pic>
    </p:spTree>
    <p:extLst>
      <p:ext uri="{BB962C8B-B14F-4D97-AF65-F5344CB8AC3E}">
        <p14:creationId xmlns:p14="http://schemas.microsoft.com/office/powerpoint/2010/main" val="213186526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33"/>
          <p:cNvSpPr txBox="1">
            <a:spLocks noGrp="1"/>
          </p:cNvSpPr>
          <p:nvPr>
            <p:ph type="title"/>
          </p:nvPr>
        </p:nvSpPr>
        <p:spPr>
          <a:xfrm>
            <a:off x="524630" y="695834"/>
            <a:ext cx="7866600" cy="698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NumPy </a:t>
            </a:r>
            <a:r>
              <a:rPr lang="en-GB" dirty="0" err="1"/>
              <a:t>Mathemaical</a:t>
            </a:r>
            <a:r>
              <a:rPr lang="en-GB" dirty="0"/>
              <a:t> calculations</a:t>
            </a:r>
          </a:p>
        </p:txBody>
      </p:sp>
      <p:sp>
        <p:nvSpPr>
          <p:cNvPr id="4" name="TextBox 3">
            <a:extLst>
              <a:ext uri="{FF2B5EF4-FFF2-40B4-BE49-F238E27FC236}">
                <a16:creationId xmlns:a16="http://schemas.microsoft.com/office/drawing/2014/main" id="{82C7EEC0-A79A-4228-BFEE-E4CE5BFFF9E6}"/>
              </a:ext>
            </a:extLst>
          </p:cNvPr>
          <p:cNvSpPr txBox="1"/>
          <p:nvPr/>
        </p:nvSpPr>
        <p:spPr>
          <a:xfrm>
            <a:off x="524630" y="1415928"/>
            <a:ext cx="8405188" cy="523220"/>
          </a:xfrm>
          <a:prstGeom prst="rect">
            <a:avLst/>
          </a:prstGeom>
          <a:noFill/>
        </p:spPr>
        <p:txBody>
          <a:bodyPr wrap="square" rtlCol="0">
            <a:spAutoFit/>
          </a:bodyPr>
          <a:lstStyle/>
          <a:p>
            <a:r>
              <a:rPr lang="en-GB" dirty="0">
                <a:latin typeface="Roboto Mono" panose="020B0604020202020204" charset="0"/>
                <a:ea typeface="Roboto Mono" panose="020B0604020202020204" charset="0"/>
              </a:rPr>
              <a:t>NumPy has built-in functions for mean, sum, max, min, sine, cosine, and many more.</a:t>
            </a:r>
          </a:p>
        </p:txBody>
      </p:sp>
      <p:pic>
        <p:nvPicPr>
          <p:cNvPr id="8" name="Picture 7">
            <a:extLst>
              <a:ext uri="{FF2B5EF4-FFF2-40B4-BE49-F238E27FC236}">
                <a16:creationId xmlns:a16="http://schemas.microsoft.com/office/drawing/2014/main" id="{749682AA-40C1-4630-9D92-A749F40D4E36}"/>
              </a:ext>
            </a:extLst>
          </p:cNvPr>
          <p:cNvPicPr>
            <a:picLocks noChangeAspect="1"/>
          </p:cNvPicPr>
          <p:nvPr/>
        </p:nvPicPr>
        <p:blipFill>
          <a:blip r:embed="rId3"/>
          <a:stretch>
            <a:fillRect/>
          </a:stretch>
        </p:blipFill>
        <p:spPr>
          <a:xfrm>
            <a:off x="2896282" y="1960842"/>
            <a:ext cx="2362530" cy="1543265"/>
          </a:xfrm>
          <a:prstGeom prst="rect">
            <a:avLst/>
          </a:prstGeom>
        </p:spPr>
      </p:pic>
    </p:spTree>
    <p:extLst>
      <p:ext uri="{BB962C8B-B14F-4D97-AF65-F5344CB8AC3E}">
        <p14:creationId xmlns:p14="http://schemas.microsoft.com/office/powerpoint/2010/main" val="64885167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60" name="Google Shape;260;p32"/>
          <p:cNvSpPr txBox="1">
            <a:spLocks noGrp="1"/>
          </p:cNvSpPr>
          <p:nvPr>
            <p:ph type="subTitle" idx="1"/>
          </p:nvPr>
        </p:nvSpPr>
        <p:spPr>
          <a:xfrm>
            <a:off x="3465325" y="3918575"/>
            <a:ext cx="5174400" cy="662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Black &amp; White</a:t>
            </a:r>
            <a:endParaRPr dirty="0"/>
          </a:p>
        </p:txBody>
      </p:sp>
      <p:sp>
        <p:nvSpPr>
          <p:cNvPr id="261" name="Google Shape;261;p32"/>
          <p:cNvSpPr txBox="1">
            <a:spLocks noGrp="1"/>
          </p:cNvSpPr>
          <p:nvPr>
            <p:ph type="title"/>
          </p:nvPr>
        </p:nvSpPr>
        <p:spPr>
          <a:xfrm>
            <a:off x="1860500" y="1532500"/>
            <a:ext cx="3459000" cy="1521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GB" dirty="0"/>
              <a:t>Pandas Library</a:t>
            </a:r>
          </a:p>
        </p:txBody>
      </p:sp>
      <p:sp>
        <p:nvSpPr>
          <p:cNvPr id="262" name="Google Shape;262;p32"/>
          <p:cNvSpPr txBox="1">
            <a:spLocks noGrp="1"/>
          </p:cNvSpPr>
          <p:nvPr>
            <p:ph type="title" idx="2"/>
          </p:nvPr>
        </p:nvSpPr>
        <p:spPr>
          <a:xfrm>
            <a:off x="779673" y="1910725"/>
            <a:ext cx="778200" cy="764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15</a:t>
            </a:r>
            <a:endParaRPr dirty="0"/>
          </a:p>
        </p:txBody>
      </p:sp>
    </p:spTree>
    <p:extLst>
      <p:ext uri="{BB962C8B-B14F-4D97-AF65-F5344CB8AC3E}">
        <p14:creationId xmlns:p14="http://schemas.microsoft.com/office/powerpoint/2010/main" val="401208787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pic>
        <p:nvPicPr>
          <p:cNvPr id="11266" name="Picture 2" descr="Giant Panda Bear Affiche | | Gallerix.fr">
            <a:extLst>
              <a:ext uri="{FF2B5EF4-FFF2-40B4-BE49-F238E27FC236}">
                <a16:creationId xmlns:a16="http://schemas.microsoft.com/office/drawing/2014/main" id="{9328B462-27CB-4206-A650-4AC1511F6F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11470" y="1029546"/>
            <a:ext cx="2521060" cy="35314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104718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33"/>
          <p:cNvSpPr txBox="1">
            <a:spLocks noGrp="1"/>
          </p:cNvSpPr>
          <p:nvPr>
            <p:ph type="title"/>
          </p:nvPr>
        </p:nvSpPr>
        <p:spPr>
          <a:xfrm>
            <a:off x="524630" y="695834"/>
            <a:ext cx="7866600" cy="698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Pandas Library</a:t>
            </a:r>
          </a:p>
        </p:txBody>
      </p:sp>
      <p:sp>
        <p:nvSpPr>
          <p:cNvPr id="4" name="TextBox 3">
            <a:extLst>
              <a:ext uri="{FF2B5EF4-FFF2-40B4-BE49-F238E27FC236}">
                <a16:creationId xmlns:a16="http://schemas.microsoft.com/office/drawing/2014/main" id="{82C7EEC0-A79A-4228-BFEE-E4CE5BFFF9E6}"/>
              </a:ext>
            </a:extLst>
          </p:cNvPr>
          <p:cNvSpPr txBox="1"/>
          <p:nvPr/>
        </p:nvSpPr>
        <p:spPr>
          <a:xfrm>
            <a:off x="470444" y="1432823"/>
            <a:ext cx="8405188" cy="523220"/>
          </a:xfrm>
          <a:prstGeom prst="rect">
            <a:avLst/>
          </a:prstGeom>
          <a:noFill/>
        </p:spPr>
        <p:txBody>
          <a:bodyPr wrap="square" rtlCol="0">
            <a:spAutoFit/>
          </a:bodyPr>
          <a:lstStyle/>
          <a:p>
            <a:r>
              <a:rPr lang="en-GB" dirty="0">
                <a:latin typeface="Roboto Mono" panose="020B0604020202020204" charset="0"/>
                <a:ea typeface="Roboto Mono" panose="020B0604020202020204" charset="0"/>
              </a:rPr>
              <a:t>I think we meant Pandas (not the animal 🐼), which is a Python library widely used for data analysis and manipulation.</a:t>
            </a:r>
          </a:p>
        </p:txBody>
      </p:sp>
      <p:sp>
        <p:nvSpPr>
          <p:cNvPr id="5" name="TextBox 4">
            <a:extLst>
              <a:ext uri="{FF2B5EF4-FFF2-40B4-BE49-F238E27FC236}">
                <a16:creationId xmlns:a16="http://schemas.microsoft.com/office/drawing/2014/main" id="{42310387-9544-4600-806F-8FE933F0B2EB}"/>
              </a:ext>
            </a:extLst>
          </p:cNvPr>
          <p:cNvSpPr txBox="1"/>
          <p:nvPr/>
        </p:nvSpPr>
        <p:spPr>
          <a:xfrm>
            <a:off x="499327" y="2127260"/>
            <a:ext cx="7917206" cy="738664"/>
          </a:xfrm>
          <a:prstGeom prst="rect">
            <a:avLst/>
          </a:prstGeom>
          <a:noFill/>
        </p:spPr>
        <p:txBody>
          <a:bodyPr wrap="square" rtlCol="0">
            <a:spAutoFit/>
          </a:bodyPr>
          <a:lstStyle/>
          <a:p>
            <a:pPr marL="285750" indent="-285750">
              <a:buFont typeface="Arial" panose="020B0604020202020204" pitchFamily="34" charset="0"/>
              <a:buChar char="•"/>
            </a:pPr>
            <a:r>
              <a:rPr lang="en-GB" dirty="0">
                <a:latin typeface="Roboto Mono" panose="020B0604020202020204" charset="0"/>
                <a:ea typeface="Roboto Mono" panose="020B0604020202020204" charset="0"/>
              </a:rPr>
              <a:t>Pandas makes it easy to </a:t>
            </a:r>
            <a:r>
              <a:rPr lang="en-GB" b="1" dirty="0">
                <a:latin typeface="Roboto Mono" panose="020B0604020202020204" charset="0"/>
                <a:ea typeface="Roboto Mono" panose="020B0604020202020204" charset="0"/>
              </a:rPr>
              <a:t>read, clean, transform, and </a:t>
            </a:r>
            <a:r>
              <a:rPr lang="en-GB" b="1" dirty="0" err="1">
                <a:latin typeface="Roboto Mono" panose="020B0604020202020204" charset="0"/>
                <a:ea typeface="Roboto Mono" panose="020B0604020202020204" charset="0"/>
              </a:rPr>
              <a:t>analyze</a:t>
            </a:r>
            <a:r>
              <a:rPr lang="en-GB" b="1" dirty="0">
                <a:latin typeface="Roboto Mono" panose="020B0604020202020204" charset="0"/>
                <a:ea typeface="Roboto Mono" panose="020B0604020202020204" charset="0"/>
              </a:rPr>
              <a:t> data</a:t>
            </a:r>
            <a:r>
              <a:rPr lang="en-GB" dirty="0">
                <a:latin typeface="Roboto Mono" panose="020B0604020202020204" charset="0"/>
                <a:ea typeface="Roboto Mono" panose="020B0604020202020204" charset="0"/>
              </a:rPr>
              <a:t>.</a:t>
            </a:r>
          </a:p>
          <a:p>
            <a:pPr marL="285750" indent="-285750">
              <a:buFont typeface="Arial" panose="020B0604020202020204" pitchFamily="34" charset="0"/>
              <a:buChar char="•"/>
            </a:pPr>
            <a:r>
              <a:rPr lang="en-GB" dirty="0">
                <a:latin typeface="Roboto Mono" panose="020B0604020202020204" charset="0"/>
                <a:ea typeface="Roboto Mono" panose="020B0604020202020204" charset="0"/>
              </a:rPr>
              <a:t>Works best with </a:t>
            </a:r>
            <a:r>
              <a:rPr lang="en-GB" b="1" dirty="0">
                <a:latin typeface="Roboto Mono" panose="020B0604020202020204" charset="0"/>
                <a:ea typeface="Roboto Mono" panose="020B0604020202020204" charset="0"/>
              </a:rPr>
              <a:t>tabular data</a:t>
            </a:r>
            <a:r>
              <a:rPr lang="en-GB" dirty="0">
                <a:latin typeface="Roboto Mono" panose="020B0604020202020204" charset="0"/>
                <a:ea typeface="Roboto Mono" panose="020B0604020202020204" charset="0"/>
              </a:rPr>
              <a:t> (like Excel spreadsheets, CSV files, SQL tables).</a:t>
            </a:r>
          </a:p>
        </p:txBody>
      </p:sp>
      <p:sp>
        <p:nvSpPr>
          <p:cNvPr id="6" name="TextBox 5">
            <a:extLst>
              <a:ext uri="{FF2B5EF4-FFF2-40B4-BE49-F238E27FC236}">
                <a16:creationId xmlns:a16="http://schemas.microsoft.com/office/drawing/2014/main" id="{E52BB9F4-8444-4CF2-A8DF-B3B955186992}"/>
              </a:ext>
            </a:extLst>
          </p:cNvPr>
          <p:cNvSpPr txBox="1"/>
          <p:nvPr/>
        </p:nvSpPr>
        <p:spPr>
          <a:xfrm>
            <a:off x="613397" y="2951532"/>
            <a:ext cx="7917206" cy="307777"/>
          </a:xfrm>
          <a:prstGeom prst="rect">
            <a:avLst/>
          </a:prstGeom>
          <a:noFill/>
        </p:spPr>
        <p:txBody>
          <a:bodyPr wrap="square" rtlCol="0">
            <a:spAutoFit/>
          </a:bodyPr>
          <a:lstStyle/>
          <a:p>
            <a:r>
              <a:rPr lang="en-GB" dirty="0">
                <a:latin typeface="Roboto Mono" panose="020B0604020202020204" charset="0"/>
                <a:ea typeface="Roboto Mono" panose="020B0604020202020204" charset="0"/>
              </a:rPr>
              <a:t>You can combine </a:t>
            </a:r>
            <a:r>
              <a:rPr lang="en-GB" b="1" dirty="0">
                <a:latin typeface="Roboto Mono" panose="020B0604020202020204" charset="0"/>
                <a:ea typeface="Roboto Mono" panose="020B0604020202020204" charset="0"/>
              </a:rPr>
              <a:t>NumPy</a:t>
            </a:r>
            <a:r>
              <a:rPr lang="en-GB" dirty="0">
                <a:latin typeface="Roboto Mono" panose="020B0604020202020204" charset="0"/>
                <a:ea typeface="Roboto Mono" panose="020B0604020202020204" charset="0"/>
              </a:rPr>
              <a:t> and </a:t>
            </a:r>
            <a:r>
              <a:rPr lang="en-GB" b="1" dirty="0">
                <a:latin typeface="Roboto Mono" panose="020B0604020202020204" charset="0"/>
                <a:ea typeface="Roboto Mono" panose="020B0604020202020204" charset="0"/>
              </a:rPr>
              <a:t>Pandas </a:t>
            </a:r>
            <a:r>
              <a:rPr lang="en-GB" dirty="0">
                <a:latin typeface="Roboto Mono" panose="020B0604020202020204" charset="0"/>
                <a:ea typeface="Roboto Mono" panose="020B0604020202020204" charset="0"/>
              </a:rPr>
              <a:t>to create libraries like this</a:t>
            </a:r>
          </a:p>
        </p:txBody>
      </p:sp>
      <p:pic>
        <p:nvPicPr>
          <p:cNvPr id="3" name="Picture 2">
            <a:extLst>
              <a:ext uri="{FF2B5EF4-FFF2-40B4-BE49-F238E27FC236}">
                <a16:creationId xmlns:a16="http://schemas.microsoft.com/office/drawing/2014/main" id="{4C57FBF7-57D9-40C5-8B5A-26581B1CA346}"/>
              </a:ext>
            </a:extLst>
          </p:cNvPr>
          <p:cNvPicPr>
            <a:picLocks noChangeAspect="1"/>
          </p:cNvPicPr>
          <p:nvPr/>
        </p:nvPicPr>
        <p:blipFill>
          <a:blip r:embed="rId3"/>
          <a:stretch>
            <a:fillRect/>
          </a:stretch>
        </p:blipFill>
        <p:spPr>
          <a:xfrm>
            <a:off x="3196409" y="3344917"/>
            <a:ext cx="2203142" cy="1359712"/>
          </a:xfrm>
          <a:prstGeom prst="rect">
            <a:avLst/>
          </a:prstGeom>
        </p:spPr>
      </p:pic>
    </p:spTree>
    <p:extLst>
      <p:ext uri="{BB962C8B-B14F-4D97-AF65-F5344CB8AC3E}">
        <p14:creationId xmlns:p14="http://schemas.microsoft.com/office/powerpoint/2010/main" val="99340205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33"/>
          <p:cNvSpPr txBox="1">
            <a:spLocks noGrp="1"/>
          </p:cNvSpPr>
          <p:nvPr>
            <p:ph type="title"/>
          </p:nvPr>
        </p:nvSpPr>
        <p:spPr>
          <a:xfrm>
            <a:off x="524630" y="695834"/>
            <a:ext cx="7866600" cy="698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Pandas Library</a:t>
            </a:r>
          </a:p>
        </p:txBody>
      </p:sp>
      <p:sp>
        <p:nvSpPr>
          <p:cNvPr id="4" name="TextBox 3">
            <a:extLst>
              <a:ext uri="{FF2B5EF4-FFF2-40B4-BE49-F238E27FC236}">
                <a16:creationId xmlns:a16="http://schemas.microsoft.com/office/drawing/2014/main" id="{82C7EEC0-A79A-4228-BFEE-E4CE5BFFF9E6}"/>
              </a:ext>
            </a:extLst>
          </p:cNvPr>
          <p:cNvSpPr txBox="1"/>
          <p:nvPr/>
        </p:nvSpPr>
        <p:spPr>
          <a:xfrm>
            <a:off x="470444" y="1432823"/>
            <a:ext cx="8405188" cy="307777"/>
          </a:xfrm>
          <a:prstGeom prst="rect">
            <a:avLst/>
          </a:prstGeom>
          <a:noFill/>
        </p:spPr>
        <p:txBody>
          <a:bodyPr wrap="square" rtlCol="0">
            <a:spAutoFit/>
          </a:bodyPr>
          <a:lstStyle/>
          <a:p>
            <a:r>
              <a:rPr lang="en-GB" dirty="0">
                <a:latin typeface="Roboto Mono" panose="020B0604020202020204" charset="0"/>
                <a:ea typeface="Roboto Mono" panose="020B0604020202020204" charset="0"/>
              </a:rPr>
              <a:t>Converting a dictionary to </a:t>
            </a:r>
            <a:r>
              <a:rPr lang="en-GB" dirty="0" err="1">
                <a:latin typeface="Roboto Mono" panose="020B0604020202020204" charset="0"/>
                <a:ea typeface="Roboto Mono" panose="020B0604020202020204" charset="0"/>
              </a:rPr>
              <a:t>DataFrame</a:t>
            </a:r>
            <a:endParaRPr lang="en-GB" dirty="0">
              <a:latin typeface="Roboto Mono" panose="020B0604020202020204" charset="0"/>
              <a:ea typeface="Roboto Mono" panose="020B0604020202020204" charset="0"/>
            </a:endParaRPr>
          </a:p>
        </p:txBody>
      </p:sp>
      <p:pic>
        <p:nvPicPr>
          <p:cNvPr id="7" name="Picture 6">
            <a:extLst>
              <a:ext uri="{FF2B5EF4-FFF2-40B4-BE49-F238E27FC236}">
                <a16:creationId xmlns:a16="http://schemas.microsoft.com/office/drawing/2014/main" id="{7FDEC528-957A-43DB-8C75-ED1CE79B2586}"/>
              </a:ext>
            </a:extLst>
          </p:cNvPr>
          <p:cNvPicPr>
            <a:picLocks noChangeAspect="1"/>
          </p:cNvPicPr>
          <p:nvPr/>
        </p:nvPicPr>
        <p:blipFill>
          <a:blip r:embed="rId3"/>
          <a:stretch>
            <a:fillRect/>
          </a:stretch>
        </p:blipFill>
        <p:spPr>
          <a:xfrm>
            <a:off x="1903307" y="1892547"/>
            <a:ext cx="4375573" cy="2747452"/>
          </a:xfrm>
          <a:prstGeom prst="rect">
            <a:avLst/>
          </a:prstGeom>
        </p:spPr>
      </p:pic>
    </p:spTree>
    <p:extLst>
      <p:ext uri="{BB962C8B-B14F-4D97-AF65-F5344CB8AC3E}">
        <p14:creationId xmlns:p14="http://schemas.microsoft.com/office/powerpoint/2010/main" val="147053296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33"/>
          <p:cNvSpPr txBox="1">
            <a:spLocks noGrp="1"/>
          </p:cNvSpPr>
          <p:nvPr>
            <p:ph type="title"/>
          </p:nvPr>
        </p:nvSpPr>
        <p:spPr>
          <a:xfrm>
            <a:off x="524630" y="695834"/>
            <a:ext cx="7866600" cy="698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Some Important Pandas Methods</a:t>
            </a:r>
          </a:p>
        </p:txBody>
      </p:sp>
      <p:pic>
        <p:nvPicPr>
          <p:cNvPr id="3" name="Picture 2">
            <a:extLst>
              <a:ext uri="{FF2B5EF4-FFF2-40B4-BE49-F238E27FC236}">
                <a16:creationId xmlns:a16="http://schemas.microsoft.com/office/drawing/2014/main" id="{233D1D2A-F4A3-439E-A2DD-AC87D0746D29}"/>
              </a:ext>
            </a:extLst>
          </p:cNvPr>
          <p:cNvPicPr>
            <a:picLocks noChangeAspect="1"/>
          </p:cNvPicPr>
          <p:nvPr/>
        </p:nvPicPr>
        <p:blipFill>
          <a:blip r:embed="rId3"/>
          <a:stretch>
            <a:fillRect/>
          </a:stretch>
        </p:blipFill>
        <p:spPr>
          <a:xfrm>
            <a:off x="828152" y="2080971"/>
            <a:ext cx="7487695" cy="1943371"/>
          </a:xfrm>
          <a:prstGeom prst="rect">
            <a:avLst/>
          </a:prstGeom>
        </p:spPr>
      </p:pic>
    </p:spTree>
    <p:extLst>
      <p:ext uri="{BB962C8B-B14F-4D97-AF65-F5344CB8AC3E}">
        <p14:creationId xmlns:p14="http://schemas.microsoft.com/office/powerpoint/2010/main" val="262507565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33"/>
          <p:cNvSpPr txBox="1">
            <a:spLocks noGrp="1"/>
          </p:cNvSpPr>
          <p:nvPr>
            <p:ph type="title"/>
          </p:nvPr>
        </p:nvSpPr>
        <p:spPr>
          <a:xfrm>
            <a:off x="524630" y="695834"/>
            <a:ext cx="7866600" cy="698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Some Important Pandas Methods</a:t>
            </a:r>
          </a:p>
        </p:txBody>
      </p:sp>
      <p:pic>
        <p:nvPicPr>
          <p:cNvPr id="5" name="Picture 4">
            <a:extLst>
              <a:ext uri="{FF2B5EF4-FFF2-40B4-BE49-F238E27FC236}">
                <a16:creationId xmlns:a16="http://schemas.microsoft.com/office/drawing/2014/main" id="{5648B6F6-56C6-4CD3-B481-93EB43E23BD4}"/>
              </a:ext>
            </a:extLst>
          </p:cNvPr>
          <p:cNvPicPr>
            <a:picLocks noChangeAspect="1"/>
          </p:cNvPicPr>
          <p:nvPr/>
        </p:nvPicPr>
        <p:blipFill>
          <a:blip r:embed="rId3"/>
          <a:stretch>
            <a:fillRect/>
          </a:stretch>
        </p:blipFill>
        <p:spPr>
          <a:xfrm>
            <a:off x="756705" y="2017345"/>
            <a:ext cx="7630590" cy="2219635"/>
          </a:xfrm>
          <a:prstGeom prst="rect">
            <a:avLst/>
          </a:prstGeom>
        </p:spPr>
      </p:pic>
    </p:spTree>
    <p:extLst>
      <p:ext uri="{BB962C8B-B14F-4D97-AF65-F5344CB8AC3E}">
        <p14:creationId xmlns:p14="http://schemas.microsoft.com/office/powerpoint/2010/main" val="144486373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33"/>
          <p:cNvSpPr txBox="1">
            <a:spLocks noGrp="1"/>
          </p:cNvSpPr>
          <p:nvPr>
            <p:ph type="title"/>
          </p:nvPr>
        </p:nvSpPr>
        <p:spPr>
          <a:xfrm>
            <a:off x="524630" y="695834"/>
            <a:ext cx="7866600" cy="698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Some Important Pandas Methods</a:t>
            </a:r>
          </a:p>
        </p:txBody>
      </p:sp>
      <p:pic>
        <p:nvPicPr>
          <p:cNvPr id="3" name="Picture 2">
            <a:extLst>
              <a:ext uri="{FF2B5EF4-FFF2-40B4-BE49-F238E27FC236}">
                <a16:creationId xmlns:a16="http://schemas.microsoft.com/office/drawing/2014/main" id="{AC7A4455-09D1-45A6-BB80-91FA037A8153}"/>
              </a:ext>
            </a:extLst>
          </p:cNvPr>
          <p:cNvPicPr>
            <a:picLocks noChangeAspect="1"/>
          </p:cNvPicPr>
          <p:nvPr/>
        </p:nvPicPr>
        <p:blipFill>
          <a:blip r:embed="rId3"/>
          <a:stretch>
            <a:fillRect/>
          </a:stretch>
        </p:blipFill>
        <p:spPr>
          <a:xfrm>
            <a:off x="675512" y="2075158"/>
            <a:ext cx="7887801" cy="1819529"/>
          </a:xfrm>
          <a:prstGeom prst="rect">
            <a:avLst/>
          </a:prstGeom>
        </p:spPr>
      </p:pic>
    </p:spTree>
    <p:extLst>
      <p:ext uri="{BB962C8B-B14F-4D97-AF65-F5344CB8AC3E}">
        <p14:creationId xmlns:p14="http://schemas.microsoft.com/office/powerpoint/2010/main" val="156580068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33"/>
          <p:cNvSpPr txBox="1">
            <a:spLocks noGrp="1"/>
          </p:cNvSpPr>
          <p:nvPr>
            <p:ph type="title"/>
          </p:nvPr>
        </p:nvSpPr>
        <p:spPr>
          <a:xfrm>
            <a:off x="524630" y="695834"/>
            <a:ext cx="7866600" cy="698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Some Important Pandas Methods</a:t>
            </a:r>
          </a:p>
        </p:txBody>
      </p:sp>
      <p:pic>
        <p:nvPicPr>
          <p:cNvPr id="5" name="Picture 4">
            <a:extLst>
              <a:ext uri="{FF2B5EF4-FFF2-40B4-BE49-F238E27FC236}">
                <a16:creationId xmlns:a16="http://schemas.microsoft.com/office/drawing/2014/main" id="{52A77012-F6C5-4B2F-AF08-6DEA6291896C}"/>
              </a:ext>
            </a:extLst>
          </p:cNvPr>
          <p:cNvPicPr>
            <a:picLocks noChangeAspect="1"/>
          </p:cNvPicPr>
          <p:nvPr/>
        </p:nvPicPr>
        <p:blipFill>
          <a:blip r:embed="rId3"/>
          <a:stretch>
            <a:fillRect/>
          </a:stretch>
        </p:blipFill>
        <p:spPr>
          <a:xfrm>
            <a:off x="570941" y="1936284"/>
            <a:ext cx="8002117" cy="2124371"/>
          </a:xfrm>
          <a:prstGeom prst="rect">
            <a:avLst/>
          </a:prstGeom>
        </p:spPr>
      </p:pic>
    </p:spTree>
    <p:extLst>
      <p:ext uri="{BB962C8B-B14F-4D97-AF65-F5344CB8AC3E}">
        <p14:creationId xmlns:p14="http://schemas.microsoft.com/office/powerpoint/2010/main" val="361572555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33"/>
          <p:cNvSpPr txBox="1">
            <a:spLocks noGrp="1"/>
          </p:cNvSpPr>
          <p:nvPr>
            <p:ph type="title"/>
          </p:nvPr>
        </p:nvSpPr>
        <p:spPr>
          <a:xfrm>
            <a:off x="524630" y="695834"/>
            <a:ext cx="7866600" cy="698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Some Important Pandas Methods</a:t>
            </a:r>
          </a:p>
        </p:txBody>
      </p:sp>
      <p:pic>
        <p:nvPicPr>
          <p:cNvPr id="3" name="Picture 2">
            <a:extLst>
              <a:ext uri="{FF2B5EF4-FFF2-40B4-BE49-F238E27FC236}">
                <a16:creationId xmlns:a16="http://schemas.microsoft.com/office/drawing/2014/main" id="{4FA3185A-7858-4592-9688-2B997595A7C1}"/>
              </a:ext>
            </a:extLst>
          </p:cNvPr>
          <p:cNvPicPr>
            <a:picLocks noChangeAspect="1"/>
          </p:cNvPicPr>
          <p:nvPr/>
        </p:nvPicPr>
        <p:blipFill>
          <a:blip r:embed="rId3"/>
          <a:stretch>
            <a:fillRect/>
          </a:stretch>
        </p:blipFill>
        <p:spPr>
          <a:xfrm>
            <a:off x="685257" y="2060039"/>
            <a:ext cx="7773485" cy="1619476"/>
          </a:xfrm>
          <a:prstGeom prst="rect">
            <a:avLst/>
          </a:prstGeom>
        </p:spPr>
      </p:pic>
    </p:spTree>
    <p:extLst>
      <p:ext uri="{BB962C8B-B14F-4D97-AF65-F5344CB8AC3E}">
        <p14:creationId xmlns:p14="http://schemas.microsoft.com/office/powerpoint/2010/main" val="206845332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33"/>
          <p:cNvSpPr txBox="1">
            <a:spLocks noGrp="1"/>
          </p:cNvSpPr>
          <p:nvPr>
            <p:ph type="title"/>
          </p:nvPr>
        </p:nvSpPr>
        <p:spPr>
          <a:xfrm>
            <a:off x="524630" y="695834"/>
            <a:ext cx="7866600" cy="698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Some Important Pandas Methods</a:t>
            </a:r>
          </a:p>
        </p:txBody>
      </p:sp>
      <p:pic>
        <p:nvPicPr>
          <p:cNvPr id="5" name="Picture 4">
            <a:extLst>
              <a:ext uri="{FF2B5EF4-FFF2-40B4-BE49-F238E27FC236}">
                <a16:creationId xmlns:a16="http://schemas.microsoft.com/office/drawing/2014/main" id="{35C70DCE-A3CD-4A6F-AB1B-2FDCD6781A00}"/>
              </a:ext>
            </a:extLst>
          </p:cNvPr>
          <p:cNvPicPr>
            <a:picLocks noChangeAspect="1"/>
          </p:cNvPicPr>
          <p:nvPr/>
        </p:nvPicPr>
        <p:blipFill>
          <a:blip r:embed="rId3"/>
          <a:stretch>
            <a:fillRect/>
          </a:stretch>
        </p:blipFill>
        <p:spPr>
          <a:xfrm>
            <a:off x="766231" y="2018655"/>
            <a:ext cx="7611537" cy="1648055"/>
          </a:xfrm>
          <a:prstGeom prst="rect">
            <a:avLst/>
          </a:prstGeom>
        </p:spPr>
      </p:pic>
    </p:spTree>
    <p:extLst>
      <p:ext uri="{BB962C8B-B14F-4D97-AF65-F5344CB8AC3E}">
        <p14:creationId xmlns:p14="http://schemas.microsoft.com/office/powerpoint/2010/main" val="230125389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33"/>
          <p:cNvSpPr txBox="1">
            <a:spLocks noGrp="1"/>
          </p:cNvSpPr>
          <p:nvPr>
            <p:ph type="title"/>
          </p:nvPr>
        </p:nvSpPr>
        <p:spPr>
          <a:xfrm>
            <a:off x="524630" y="695834"/>
            <a:ext cx="7866600" cy="698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Some Important Pandas Methods</a:t>
            </a:r>
          </a:p>
        </p:txBody>
      </p:sp>
      <p:pic>
        <p:nvPicPr>
          <p:cNvPr id="3" name="Picture 2">
            <a:extLst>
              <a:ext uri="{FF2B5EF4-FFF2-40B4-BE49-F238E27FC236}">
                <a16:creationId xmlns:a16="http://schemas.microsoft.com/office/drawing/2014/main" id="{F50DEEE4-2C36-4558-A1D0-66176A33AFBF}"/>
              </a:ext>
            </a:extLst>
          </p:cNvPr>
          <p:cNvPicPr>
            <a:picLocks noChangeAspect="1"/>
          </p:cNvPicPr>
          <p:nvPr/>
        </p:nvPicPr>
        <p:blipFill>
          <a:blip r:embed="rId3"/>
          <a:stretch>
            <a:fillRect/>
          </a:stretch>
        </p:blipFill>
        <p:spPr>
          <a:xfrm>
            <a:off x="524630" y="2018219"/>
            <a:ext cx="8040222" cy="1838582"/>
          </a:xfrm>
          <a:prstGeom prst="rect">
            <a:avLst/>
          </a:prstGeom>
        </p:spPr>
      </p:pic>
    </p:spTree>
    <p:extLst>
      <p:ext uri="{BB962C8B-B14F-4D97-AF65-F5344CB8AC3E}">
        <p14:creationId xmlns:p14="http://schemas.microsoft.com/office/powerpoint/2010/main" val="171592050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33"/>
          <p:cNvSpPr txBox="1">
            <a:spLocks noGrp="1"/>
          </p:cNvSpPr>
          <p:nvPr>
            <p:ph type="title"/>
          </p:nvPr>
        </p:nvSpPr>
        <p:spPr>
          <a:xfrm>
            <a:off x="524630" y="695834"/>
            <a:ext cx="7866600" cy="698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Some Important Pandas Methods</a:t>
            </a:r>
          </a:p>
        </p:txBody>
      </p:sp>
      <p:pic>
        <p:nvPicPr>
          <p:cNvPr id="5" name="Picture 4">
            <a:extLst>
              <a:ext uri="{FF2B5EF4-FFF2-40B4-BE49-F238E27FC236}">
                <a16:creationId xmlns:a16="http://schemas.microsoft.com/office/drawing/2014/main" id="{F0D846F8-C06C-4A34-ABF2-FFAE50FE7095}"/>
              </a:ext>
            </a:extLst>
          </p:cNvPr>
          <p:cNvPicPr>
            <a:picLocks noChangeAspect="1"/>
          </p:cNvPicPr>
          <p:nvPr/>
        </p:nvPicPr>
        <p:blipFill>
          <a:blip r:embed="rId3"/>
          <a:stretch>
            <a:fillRect/>
          </a:stretch>
        </p:blipFill>
        <p:spPr>
          <a:xfrm>
            <a:off x="637626" y="1987848"/>
            <a:ext cx="7868748" cy="1790950"/>
          </a:xfrm>
          <a:prstGeom prst="rect">
            <a:avLst/>
          </a:prstGeom>
        </p:spPr>
      </p:pic>
    </p:spTree>
    <p:extLst>
      <p:ext uri="{BB962C8B-B14F-4D97-AF65-F5344CB8AC3E}">
        <p14:creationId xmlns:p14="http://schemas.microsoft.com/office/powerpoint/2010/main" val="405447122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33"/>
          <p:cNvSpPr txBox="1">
            <a:spLocks noGrp="1"/>
          </p:cNvSpPr>
          <p:nvPr>
            <p:ph type="title"/>
          </p:nvPr>
        </p:nvSpPr>
        <p:spPr>
          <a:xfrm>
            <a:off x="524630" y="695834"/>
            <a:ext cx="7866600" cy="698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Some Important Pandas Methods</a:t>
            </a:r>
          </a:p>
        </p:txBody>
      </p:sp>
      <p:pic>
        <p:nvPicPr>
          <p:cNvPr id="3" name="Picture 2">
            <a:extLst>
              <a:ext uri="{FF2B5EF4-FFF2-40B4-BE49-F238E27FC236}">
                <a16:creationId xmlns:a16="http://schemas.microsoft.com/office/drawing/2014/main" id="{E5E045CA-4FB9-4909-912D-96E9646F6729}"/>
              </a:ext>
            </a:extLst>
          </p:cNvPr>
          <p:cNvPicPr>
            <a:picLocks noChangeAspect="1"/>
          </p:cNvPicPr>
          <p:nvPr/>
        </p:nvPicPr>
        <p:blipFill>
          <a:blip r:embed="rId3"/>
          <a:stretch>
            <a:fillRect/>
          </a:stretch>
        </p:blipFill>
        <p:spPr>
          <a:xfrm>
            <a:off x="670968" y="1585775"/>
            <a:ext cx="7802064" cy="1971950"/>
          </a:xfrm>
          <a:prstGeom prst="rect">
            <a:avLst/>
          </a:prstGeom>
        </p:spPr>
      </p:pic>
    </p:spTree>
    <p:extLst>
      <p:ext uri="{BB962C8B-B14F-4D97-AF65-F5344CB8AC3E}">
        <p14:creationId xmlns:p14="http://schemas.microsoft.com/office/powerpoint/2010/main" val="69184319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33"/>
          <p:cNvSpPr txBox="1">
            <a:spLocks noGrp="1"/>
          </p:cNvSpPr>
          <p:nvPr>
            <p:ph type="title"/>
          </p:nvPr>
        </p:nvSpPr>
        <p:spPr>
          <a:xfrm>
            <a:off x="2021536" y="1873350"/>
            <a:ext cx="7866600" cy="698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7200" dirty="0"/>
              <a:t>&lt; Thank you &gt;</a:t>
            </a:r>
          </a:p>
        </p:txBody>
      </p:sp>
    </p:spTree>
    <p:extLst>
      <p:ext uri="{BB962C8B-B14F-4D97-AF65-F5344CB8AC3E}">
        <p14:creationId xmlns:p14="http://schemas.microsoft.com/office/powerpoint/2010/main" val="2904470761"/>
      </p:ext>
    </p:extLst>
  </p:cSld>
  <p:clrMapOvr>
    <a:masterClrMapping/>
  </p:clrMapOvr>
</p:sld>
</file>

<file path=ppt/theme/theme1.xml><?xml version="1.0" encoding="utf-8"?>
<a:theme xmlns:a="http://schemas.openxmlformats.org/drawingml/2006/main" name="My Presentation Template">
  <a:themeElements>
    <a:clrScheme name="Simple Light">
      <a:dk1>
        <a:srgbClr val="191919"/>
      </a:dk1>
      <a:lt1>
        <a:srgbClr val="EFEFEF"/>
      </a:lt1>
      <a:dk2>
        <a:srgbClr val="707070"/>
      </a:dk2>
      <a:lt2>
        <a:srgbClr val="C1C1BF"/>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299</TotalTime>
  <Words>1792</Words>
  <Application>Microsoft Office PowerPoint</Application>
  <PresentationFormat>On-screen Show (16:9)</PresentationFormat>
  <Paragraphs>388</Paragraphs>
  <Slides>58</Slides>
  <Notes>58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58</vt:i4>
      </vt:variant>
    </vt:vector>
  </HeadingPairs>
  <TitlesOfParts>
    <vt:vector size="66" baseType="lpstr">
      <vt:lpstr>Arial</vt:lpstr>
      <vt:lpstr>VT323</vt:lpstr>
      <vt:lpstr>Darker Grotesque SemiBold</vt:lpstr>
      <vt:lpstr>Roboto Mono</vt:lpstr>
      <vt:lpstr>Fira Code</vt:lpstr>
      <vt:lpstr>Raleway</vt:lpstr>
      <vt:lpstr>Open Sans</vt:lpstr>
      <vt:lpstr>My Presentation Template</vt:lpstr>
      <vt:lpstr>Python</vt:lpstr>
      <vt:lpstr>Table of contents</vt:lpstr>
      <vt:lpstr>What is Python?</vt:lpstr>
      <vt:lpstr>What is Python?</vt:lpstr>
      <vt:lpstr>What is it exactly?</vt:lpstr>
      <vt:lpstr>Key characteristics of Python:</vt:lpstr>
      <vt:lpstr>Python is used in fields such as:</vt:lpstr>
      <vt:lpstr>The Evolution Of Python</vt:lpstr>
      <vt:lpstr>As of oct 2025, python is the most famous programming languages</vt:lpstr>
      <vt:lpstr>Python Famous Libraries :</vt:lpstr>
      <vt:lpstr>Where can we use Python: </vt:lpstr>
      <vt:lpstr>Jupyter Notebook</vt:lpstr>
      <vt:lpstr>Google Colab</vt:lpstr>
      <vt:lpstr>The Basics</vt:lpstr>
      <vt:lpstr>First Steps</vt:lpstr>
      <vt:lpstr>Use Print</vt:lpstr>
      <vt:lpstr>Making comments</vt:lpstr>
      <vt:lpstr>Markdown</vt:lpstr>
      <vt:lpstr>Data Types</vt:lpstr>
      <vt:lpstr>Data types</vt:lpstr>
      <vt:lpstr>Python Terms</vt:lpstr>
      <vt:lpstr>Python Terms</vt:lpstr>
      <vt:lpstr>Python Terms</vt:lpstr>
      <vt:lpstr>Variables</vt:lpstr>
      <vt:lpstr>Variables</vt:lpstr>
      <vt:lpstr>String</vt:lpstr>
      <vt:lpstr>String</vt:lpstr>
      <vt:lpstr>Operators</vt:lpstr>
      <vt:lpstr>Operators</vt:lpstr>
      <vt:lpstr>Conditional Statements</vt:lpstr>
      <vt:lpstr>Conditional Statements</vt:lpstr>
      <vt:lpstr>Lists</vt:lpstr>
      <vt:lpstr>Lists</vt:lpstr>
      <vt:lpstr>Dictionaries</vt:lpstr>
      <vt:lpstr>Dictionaries</vt:lpstr>
      <vt:lpstr>- Sets</vt:lpstr>
      <vt:lpstr>Sets</vt:lpstr>
      <vt:lpstr>Tuples</vt:lpstr>
      <vt:lpstr>Tuples</vt:lpstr>
      <vt:lpstr>Loops</vt:lpstr>
      <vt:lpstr>Loops</vt:lpstr>
      <vt:lpstr>NumPy Library</vt:lpstr>
      <vt:lpstr>NumPy Library</vt:lpstr>
      <vt:lpstr>NumPy Mathemaical calculations</vt:lpstr>
      <vt:lpstr>Pandas Library</vt:lpstr>
      <vt:lpstr>PowerPoint Presentation</vt:lpstr>
      <vt:lpstr>Pandas Library</vt:lpstr>
      <vt:lpstr>Pandas Library</vt:lpstr>
      <vt:lpstr>Some Important Pandas Methods</vt:lpstr>
      <vt:lpstr>Some Important Pandas Methods</vt:lpstr>
      <vt:lpstr>Some Important Pandas Methods</vt:lpstr>
      <vt:lpstr>Some Important Pandas Methods</vt:lpstr>
      <vt:lpstr>Some Important Pandas Methods</vt:lpstr>
      <vt:lpstr>Some Important Pandas Methods</vt:lpstr>
      <vt:lpstr>Some Important Pandas Methods</vt:lpstr>
      <vt:lpstr>Some Important Pandas Methods</vt:lpstr>
      <vt:lpstr>Some Important Pandas Methods</vt:lpstr>
      <vt:lpstr>&lt; Thank you &gt;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dc:title>
  <cp:lastModifiedBy>lahlal nouamane</cp:lastModifiedBy>
  <cp:revision>121</cp:revision>
  <dcterms:modified xsi:type="dcterms:W3CDTF">2025-10-22T23:20:49Z</dcterms:modified>
</cp:coreProperties>
</file>